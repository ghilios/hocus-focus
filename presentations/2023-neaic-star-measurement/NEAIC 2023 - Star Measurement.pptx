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43"/>
  </p:notesMasterIdLst>
  <p:sldIdLst>
    <p:sldId id="306" r:id="rId5"/>
    <p:sldId id="308" r:id="rId6"/>
    <p:sldId id="316" r:id="rId7"/>
    <p:sldId id="314" r:id="rId8"/>
    <p:sldId id="317" r:id="rId9"/>
    <p:sldId id="307" r:id="rId10"/>
    <p:sldId id="309" r:id="rId11"/>
    <p:sldId id="322" r:id="rId12"/>
    <p:sldId id="323" r:id="rId13"/>
    <p:sldId id="324" r:id="rId14"/>
    <p:sldId id="325" r:id="rId15"/>
    <p:sldId id="326" r:id="rId16"/>
    <p:sldId id="328" r:id="rId17"/>
    <p:sldId id="327" r:id="rId18"/>
    <p:sldId id="318" r:id="rId19"/>
    <p:sldId id="329" r:id="rId20"/>
    <p:sldId id="330" r:id="rId21"/>
    <p:sldId id="331" r:id="rId22"/>
    <p:sldId id="333" r:id="rId23"/>
    <p:sldId id="334" r:id="rId24"/>
    <p:sldId id="335" r:id="rId25"/>
    <p:sldId id="336" r:id="rId26"/>
    <p:sldId id="319" r:id="rId27"/>
    <p:sldId id="337" r:id="rId28"/>
    <p:sldId id="338" r:id="rId29"/>
    <p:sldId id="339" r:id="rId30"/>
    <p:sldId id="340" r:id="rId31"/>
    <p:sldId id="32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21" r:id="rId40"/>
    <p:sldId id="304" r:id="rId41"/>
    <p:sldId id="31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8B94BB-5A09-4454-8814-7086BAD076C8}" v="932" dt="2023-04-14T14:33:58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4967" autoAdjust="0"/>
  </p:normalViewPr>
  <p:slideViewPr>
    <p:cSldViewPr snapToGrid="0">
      <p:cViewPr varScale="1">
        <p:scale>
          <a:sx n="86" d="100"/>
          <a:sy n="86" d="100"/>
        </p:scale>
        <p:origin x="72" y="269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Hilios" userId="cba0ddda4a40a938" providerId="LiveId" clId="{F08B94BB-5A09-4454-8814-7086BAD076C8}"/>
    <pc:docChg chg="undo custSel addSld delSld modSld sldOrd">
      <pc:chgData name="George Hilios" userId="cba0ddda4a40a938" providerId="LiveId" clId="{F08B94BB-5A09-4454-8814-7086BAD076C8}" dt="2023-04-14T14:33:58.278" v="5584"/>
      <pc:docMkLst>
        <pc:docMk/>
      </pc:docMkLst>
      <pc:sldChg chg="del">
        <pc:chgData name="George Hilios" userId="cba0ddda4a40a938" providerId="LiveId" clId="{F08B94BB-5A09-4454-8814-7086BAD076C8}" dt="2023-04-08T05:45:20.435" v="2996" actId="47"/>
        <pc:sldMkLst>
          <pc:docMk/>
          <pc:sldMk cId="783914445" sldId="294"/>
        </pc:sldMkLst>
      </pc:sldChg>
      <pc:sldChg chg="del">
        <pc:chgData name="George Hilios" userId="cba0ddda4a40a938" providerId="LiveId" clId="{F08B94BB-5A09-4454-8814-7086BAD076C8}" dt="2023-04-08T05:45:20.435" v="2996" actId="47"/>
        <pc:sldMkLst>
          <pc:docMk/>
          <pc:sldMk cId="277827655" sldId="295"/>
        </pc:sldMkLst>
      </pc:sldChg>
      <pc:sldChg chg="del">
        <pc:chgData name="George Hilios" userId="cba0ddda4a40a938" providerId="LiveId" clId="{F08B94BB-5A09-4454-8814-7086BAD076C8}" dt="2023-04-08T05:45:20.435" v="2996" actId="47"/>
        <pc:sldMkLst>
          <pc:docMk/>
          <pc:sldMk cId="3159288639" sldId="303"/>
        </pc:sldMkLst>
      </pc:sldChg>
      <pc:sldChg chg="modSp mod modAnim">
        <pc:chgData name="George Hilios" userId="cba0ddda4a40a938" providerId="LiveId" clId="{F08B94BB-5A09-4454-8814-7086BAD076C8}" dt="2023-04-08T14:23:58.226" v="5522"/>
        <pc:sldMkLst>
          <pc:docMk/>
          <pc:sldMk cId="3124766000" sldId="304"/>
        </pc:sldMkLst>
        <pc:spChg chg="mod">
          <ac:chgData name="George Hilios" userId="cba0ddda4a40a938" providerId="LiveId" clId="{F08B94BB-5A09-4454-8814-7086BAD076C8}" dt="2023-04-08T14:15:39.910" v="5063" actId="20577"/>
          <ac:spMkLst>
            <pc:docMk/>
            <pc:sldMk cId="3124766000" sldId="304"/>
            <ac:spMk id="2" creationId="{CFACDA59-55A0-4EA5-B3E4-646D1D3B4CEB}"/>
          </ac:spMkLst>
        </pc:spChg>
        <pc:spChg chg="mod">
          <ac:chgData name="George Hilios" userId="cba0ddda4a40a938" providerId="LiveId" clId="{F08B94BB-5A09-4454-8814-7086BAD076C8}" dt="2023-04-08T14:15:29.415" v="5025" actId="20577"/>
          <ac:spMkLst>
            <pc:docMk/>
            <pc:sldMk cId="3124766000" sldId="304"/>
            <ac:spMk id="3" creationId="{D14ABC42-7E22-4F59-A0B6-AD98B5CAE0C5}"/>
          </ac:spMkLst>
        </pc:spChg>
        <pc:spChg chg="mod">
          <ac:chgData name="George Hilios" userId="cba0ddda4a40a938" providerId="LiveId" clId="{F08B94BB-5A09-4454-8814-7086BAD076C8}" dt="2023-04-08T14:20:51.951" v="5312" actId="20577"/>
          <ac:spMkLst>
            <pc:docMk/>
            <pc:sldMk cId="3124766000" sldId="304"/>
            <ac:spMk id="4" creationId="{1FE9CB6C-6FF8-4B8C-9B41-2DDD39B25DE3}"/>
          </ac:spMkLst>
        </pc:spChg>
        <pc:spChg chg="mod">
          <ac:chgData name="George Hilios" userId="cba0ddda4a40a938" providerId="LiveId" clId="{F08B94BB-5A09-4454-8814-7086BAD076C8}" dt="2023-04-08T14:15:36.103" v="5052" actId="20577"/>
          <ac:spMkLst>
            <pc:docMk/>
            <pc:sldMk cId="3124766000" sldId="304"/>
            <ac:spMk id="5" creationId="{2347FB98-C049-45C5-86B4-4CF44B247B2C}"/>
          </ac:spMkLst>
        </pc:spChg>
        <pc:spChg chg="mod">
          <ac:chgData name="George Hilios" userId="cba0ddda4a40a938" providerId="LiveId" clId="{F08B94BB-5A09-4454-8814-7086BAD076C8}" dt="2023-04-08T14:23:32.001" v="5520" actId="20577"/>
          <ac:spMkLst>
            <pc:docMk/>
            <pc:sldMk cId="3124766000" sldId="304"/>
            <ac:spMk id="6" creationId="{5A74CB9D-E60B-4C8A-B4E7-23BC1D9FA66E}"/>
          </ac:spMkLst>
        </pc:spChg>
      </pc:sldChg>
      <pc:sldChg chg="del">
        <pc:chgData name="George Hilios" userId="cba0ddda4a40a938" providerId="LiveId" clId="{F08B94BB-5A09-4454-8814-7086BAD076C8}" dt="2023-04-08T14:16:44.111" v="5064" actId="47"/>
        <pc:sldMkLst>
          <pc:docMk/>
          <pc:sldMk cId="1403455250" sldId="305"/>
        </pc:sldMkLst>
      </pc:sldChg>
      <pc:sldChg chg="modAnim">
        <pc:chgData name="George Hilios" userId="cba0ddda4a40a938" providerId="LiveId" clId="{F08B94BB-5A09-4454-8814-7086BAD076C8}" dt="2023-04-14T14:33:58.278" v="5584"/>
        <pc:sldMkLst>
          <pc:docMk/>
          <pc:sldMk cId="365334912" sldId="308"/>
        </pc:sldMkLst>
      </pc:sldChg>
      <pc:sldChg chg="ord">
        <pc:chgData name="George Hilios" userId="cba0ddda4a40a938" providerId="LiveId" clId="{F08B94BB-5A09-4454-8814-7086BAD076C8}" dt="2023-04-07T22:11:38.835" v="153"/>
        <pc:sldMkLst>
          <pc:docMk/>
          <pc:sldMk cId="2227882511" sldId="309"/>
        </pc:sldMkLst>
      </pc:sldChg>
      <pc:sldChg chg="del">
        <pc:chgData name="George Hilios" userId="cba0ddda4a40a938" providerId="LiveId" clId="{F08B94BB-5A09-4454-8814-7086BAD076C8}" dt="2023-04-08T05:45:20.435" v="2996" actId="47"/>
        <pc:sldMkLst>
          <pc:docMk/>
          <pc:sldMk cId="3561473475" sldId="310"/>
        </pc:sldMkLst>
      </pc:sldChg>
      <pc:sldChg chg="del">
        <pc:chgData name="George Hilios" userId="cba0ddda4a40a938" providerId="LiveId" clId="{F08B94BB-5A09-4454-8814-7086BAD076C8}" dt="2023-04-08T14:16:46.285" v="5065" actId="47"/>
        <pc:sldMkLst>
          <pc:docMk/>
          <pc:sldMk cId="3584772686" sldId="311"/>
        </pc:sldMkLst>
      </pc:sldChg>
      <pc:sldChg chg="modSp mod">
        <pc:chgData name="George Hilios" userId="cba0ddda4a40a938" providerId="LiveId" clId="{F08B94BB-5A09-4454-8814-7086BAD076C8}" dt="2023-04-08T14:17:42.469" v="5175"/>
        <pc:sldMkLst>
          <pc:docMk/>
          <pc:sldMk cId="927313156" sldId="312"/>
        </pc:sldMkLst>
        <pc:spChg chg="mod">
          <ac:chgData name="George Hilios" userId="cba0ddda4a40a938" providerId="LiveId" clId="{F08B94BB-5A09-4454-8814-7086BAD076C8}" dt="2023-04-08T14:17:42.469" v="5175"/>
          <ac:spMkLst>
            <pc:docMk/>
            <pc:sldMk cId="927313156" sldId="312"/>
            <ac:spMk id="7" creationId="{42AF1107-8D35-4E35-93C7-D3640946F742}"/>
          </ac:spMkLst>
        </pc:spChg>
        <pc:spChg chg="mod">
          <ac:chgData name="George Hilios" userId="cba0ddda4a40a938" providerId="LiveId" clId="{F08B94BB-5A09-4454-8814-7086BAD076C8}" dt="2023-04-08T14:16:52.919" v="5076" actId="20577"/>
          <ac:spMkLst>
            <pc:docMk/>
            <pc:sldMk cId="927313156" sldId="312"/>
            <ac:spMk id="22" creationId="{692474E6-3035-46B8-9C05-9B4204E8ED39}"/>
          </ac:spMkLst>
        </pc:spChg>
        <pc:spChg chg="mod">
          <ac:chgData name="George Hilios" userId="cba0ddda4a40a938" providerId="LiveId" clId="{F08B94BB-5A09-4454-8814-7086BAD076C8}" dt="2023-04-08T14:17:02.698" v="5104" actId="14100"/>
          <ac:spMkLst>
            <pc:docMk/>
            <pc:sldMk cId="927313156" sldId="312"/>
            <ac:spMk id="23" creationId="{DE8D546E-0F46-4CC0-B2B1-8B2430D00C0C}"/>
          </ac:spMkLst>
        </pc:spChg>
      </pc:sldChg>
      <pc:sldChg chg="del">
        <pc:chgData name="George Hilios" userId="cba0ddda4a40a938" providerId="LiveId" clId="{F08B94BB-5A09-4454-8814-7086BAD076C8}" dt="2023-04-08T05:45:20.435" v="2996" actId="47"/>
        <pc:sldMkLst>
          <pc:docMk/>
          <pc:sldMk cId="2270028676" sldId="313"/>
        </pc:sldMkLst>
      </pc:sldChg>
      <pc:sldChg chg="modAnim">
        <pc:chgData name="George Hilios" userId="cba0ddda4a40a938" providerId="LiveId" clId="{F08B94BB-5A09-4454-8814-7086BAD076C8}" dt="2023-04-14T01:06:01.067" v="5583"/>
        <pc:sldMkLst>
          <pc:docMk/>
          <pc:sldMk cId="1805856613" sldId="314"/>
        </pc:sldMkLst>
      </pc:sldChg>
      <pc:sldChg chg="modSp modAnim">
        <pc:chgData name="George Hilios" userId="cba0ddda4a40a938" providerId="LiveId" clId="{F08B94BB-5A09-4454-8814-7086BAD076C8}" dt="2023-04-08T14:38:13.126" v="5580" actId="20577"/>
        <pc:sldMkLst>
          <pc:docMk/>
          <pc:sldMk cId="1174728081" sldId="316"/>
        </pc:sldMkLst>
        <pc:spChg chg="mod">
          <ac:chgData name="George Hilios" userId="cba0ddda4a40a938" providerId="LiveId" clId="{F08B94BB-5A09-4454-8814-7086BAD076C8}" dt="2023-04-08T14:38:13.126" v="5580" actId="20577"/>
          <ac:spMkLst>
            <pc:docMk/>
            <pc:sldMk cId="1174728081" sldId="316"/>
            <ac:spMk id="11" creationId="{CAC5FD80-5068-F5F5-6CC9-D1EDA71064B8}"/>
          </ac:spMkLst>
        </pc:spChg>
      </pc:sldChg>
      <pc:sldChg chg="modSp">
        <pc:chgData name="George Hilios" userId="cba0ddda4a40a938" providerId="LiveId" clId="{F08B94BB-5A09-4454-8814-7086BAD076C8}" dt="2023-04-08T14:25:34.920" v="5540" actId="20577"/>
        <pc:sldMkLst>
          <pc:docMk/>
          <pc:sldMk cId="4258686224" sldId="317"/>
        </pc:sldMkLst>
        <pc:spChg chg="mod">
          <ac:chgData name="George Hilios" userId="cba0ddda4a40a938" providerId="LiveId" clId="{F08B94BB-5A09-4454-8814-7086BAD076C8}" dt="2023-04-08T14:25:34.920" v="5540" actId="20577"/>
          <ac:spMkLst>
            <pc:docMk/>
            <pc:sldMk cId="4258686224" sldId="317"/>
            <ac:spMk id="11" creationId="{CAC5FD80-5068-F5F5-6CC9-D1EDA71064B8}"/>
          </ac:spMkLst>
        </pc:spChg>
      </pc:sldChg>
      <pc:sldChg chg="modAnim">
        <pc:chgData name="George Hilios" userId="cba0ddda4a40a938" providerId="LiveId" clId="{F08B94BB-5A09-4454-8814-7086BAD076C8}" dt="2023-04-08T14:26:36.391" v="5550"/>
        <pc:sldMkLst>
          <pc:docMk/>
          <pc:sldMk cId="3059962893" sldId="322"/>
        </pc:sldMkLst>
      </pc:sldChg>
      <pc:sldChg chg="addSp modSp mod">
        <pc:chgData name="George Hilios" userId="cba0ddda4a40a938" providerId="LiveId" clId="{F08B94BB-5A09-4454-8814-7086BAD076C8}" dt="2023-04-07T21:35:09.629" v="29" actId="20577"/>
        <pc:sldMkLst>
          <pc:docMk/>
          <pc:sldMk cId="151821466" sldId="323"/>
        </pc:sldMkLst>
        <pc:spChg chg="mod">
          <ac:chgData name="George Hilios" userId="cba0ddda4a40a938" providerId="LiveId" clId="{F08B94BB-5A09-4454-8814-7086BAD076C8}" dt="2023-04-07T21:35:09.629" v="29" actId="20577"/>
          <ac:spMkLst>
            <pc:docMk/>
            <pc:sldMk cId="151821466" sldId="323"/>
            <ac:spMk id="2" creationId="{5332290A-23DC-4063-18AD-22AA1102B11C}"/>
          </ac:spMkLst>
        </pc:spChg>
        <pc:picChg chg="add mod">
          <ac:chgData name="George Hilios" userId="cba0ddda4a40a938" providerId="LiveId" clId="{F08B94BB-5A09-4454-8814-7086BAD076C8}" dt="2023-04-07T21:33:10.617" v="1" actId="1076"/>
          <ac:picMkLst>
            <pc:docMk/>
            <pc:sldMk cId="151821466" sldId="323"/>
            <ac:picMk id="5" creationId="{55ED3852-D43A-C46E-A5A8-1FAB0ED5C7FF}"/>
          </ac:picMkLst>
        </pc:picChg>
        <pc:picChg chg="add mod">
          <ac:chgData name="George Hilios" userId="cba0ddda4a40a938" providerId="LiveId" clId="{F08B94BB-5A09-4454-8814-7086BAD076C8}" dt="2023-04-07T21:34:57.374" v="18" actId="1076"/>
          <ac:picMkLst>
            <pc:docMk/>
            <pc:sldMk cId="151821466" sldId="323"/>
            <ac:picMk id="7" creationId="{A1BD25DC-28B3-AA85-7D6F-40AFB6E0CD5C}"/>
          </ac:picMkLst>
        </pc:picChg>
        <pc:picChg chg="add mod">
          <ac:chgData name="George Hilios" userId="cba0ddda4a40a938" providerId="LiveId" clId="{F08B94BB-5A09-4454-8814-7086BAD076C8}" dt="2023-04-07T21:34:53.353" v="17" actId="1076"/>
          <ac:picMkLst>
            <pc:docMk/>
            <pc:sldMk cId="151821466" sldId="323"/>
            <ac:picMk id="9" creationId="{8E8C8A3B-9A1A-2CAA-DFDB-08E1FC98DDEC}"/>
          </ac:picMkLst>
        </pc:picChg>
      </pc:sldChg>
      <pc:sldChg chg="addSp delSp modSp add mod">
        <pc:chgData name="George Hilios" userId="cba0ddda4a40a938" providerId="LiveId" clId="{F08B94BB-5A09-4454-8814-7086BAD076C8}" dt="2023-04-07T21:37:37.007" v="50" actId="208"/>
        <pc:sldMkLst>
          <pc:docMk/>
          <pc:sldMk cId="3580723294" sldId="324"/>
        </pc:sldMkLst>
        <pc:spChg chg="mod">
          <ac:chgData name="George Hilios" userId="cba0ddda4a40a938" providerId="LiveId" clId="{F08B94BB-5A09-4454-8814-7086BAD076C8}" dt="2023-04-07T21:35:18.532" v="39" actId="20577"/>
          <ac:spMkLst>
            <pc:docMk/>
            <pc:sldMk cId="3580723294" sldId="324"/>
            <ac:spMk id="2" creationId="{5332290A-23DC-4063-18AD-22AA1102B11C}"/>
          </ac:spMkLst>
        </pc:spChg>
        <pc:picChg chg="del">
          <ac:chgData name="George Hilios" userId="cba0ddda4a40a938" providerId="LiveId" clId="{F08B94BB-5A09-4454-8814-7086BAD076C8}" dt="2023-04-07T21:35:20.384" v="40" actId="478"/>
          <ac:picMkLst>
            <pc:docMk/>
            <pc:sldMk cId="3580723294" sldId="324"/>
            <ac:picMk id="5" creationId="{55ED3852-D43A-C46E-A5A8-1FAB0ED5C7FF}"/>
          </ac:picMkLst>
        </pc:picChg>
        <pc:picChg chg="add mod">
          <ac:chgData name="George Hilios" userId="cba0ddda4a40a938" providerId="LiveId" clId="{F08B94BB-5A09-4454-8814-7086BAD076C8}" dt="2023-04-07T21:36:14.663" v="42" actId="1076"/>
          <ac:picMkLst>
            <pc:docMk/>
            <pc:sldMk cId="3580723294" sldId="324"/>
            <ac:picMk id="6" creationId="{78603998-9CDE-D020-F065-DF19B517C1DD}"/>
          </ac:picMkLst>
        </pc:picChg>
        <pc:picChg chg="del">
          <ac:chgData name="George Hilios" userId="cba0ddda4a40a938" providerId="LiveId" clId="{F08B94BB-5A09-4454-8814-7086BAD076C8}" dt="2023-04-07T21:36:38.125" v="44" actId="478"/>
          <ac:picMkLst>
            <pc:docMk/>
            <pc:sldMk cId="3580723294" sldId="324"/>
            <ac:picMk id="7" creationId="{A1BD25DC-28B3-AA85-7D6F-40AFB6E0CD5C}"/>
          </ac:picMkLst>
        </pc:picChg>
        <pc:picChg chg="del">
          <ac:chgData name="George Hilios" userId="cba0ddda4a40a938" providerId="LiveId" clId="{F08B94BB-5A09-4454-8814-7086BAD076C8}" dt="2023-04-07T21:36:16.383" v="43" actId="478"/>
          <ac:picMkLst>
            <pc:docMk/>
            <pc:sldMk cId="3580723294" sldId="324"/>
            <ac:picMk id="9" creationId="{8E8C8A3B-9A1A-2CAA-DFDB-08E1FC98DDEC}"/>
          </ac:picMkLst>
        </pc:picChg>
        <pc:picChg chg="add mod">
          <ac:chgData name="George Hilios" userId="cba0ddda4a40a938" providerId="LiveId" clId="{F08B94BB-5A09-4454-8814-7086BAD076C8}" dt="2023-04-07T21:36:41.295" v="46" actId="1076"/>
          <ac:picMkLst>
            <pc:docMk/>
            <pc:sldMk cId="3580723294" sldId="324"/>
            <ac:picMk id="10" creationId="{7713FC4B-DA82-31E6-D901-FCBA4CED1503}"/>
          </ac:picMkLst>
        </pc:picChg>
        <pc:cxnChg chg="add mod">
          <ac:chgData name="George Hilios" userId="cba0ddda4a40a938" providerId="LiveId" clId="{F08B94BB-5A09-4454-8814-7086BAD076C8}" dt="2023-04-07T21:37:11.038" v="48" actId="208"/>
          <ac:cxnSpMkLst>
            <pc:docMk/>
            <pc:sldMk cId="3580723294" sldId="324"/>
            <ac:cxnSpMk id="12" creationId="{4FE1C9B4-BDAA-E3E5-BF2E-E88032991F86}"/>
          </ac:cxnSpMkLst>
        </pc:cxnChg>
        <pc:cxnChg chg="add mod">
          <ac:chgData name="George Hilios" userId="cba0ddda4a40a938" providerId="LiveId" clId="{F08B94BB-5A09-4454-8814-7086BAD076C8}" dt="2023-04-07T21:37:37.007" v="50" actId="208"/>
          <ac:cxnSpMkLst>
            <pc:docMk/>
            <pc:sldMk cId="3580723294" sldId="324"/>
            <ac:cxnSpMk id="14" creationId="{2DD1C0A1-6F6C-6AA8-F531-65D3D75A630F}"/>
          </ac:cxnSpMkLst>
        </pc:cxnChg>
      </pc:sldChg>
      <pc:sldChg chg="addSp delSp modSp add mod">
        <pc:chgData name="George Hilios" userId="cba0ddda4a40a938" providerId="LiveId" clId="{F08B94BB-5A09-4454-8814-7086BAD076C8}" dt="2023-04-07T21:41:03.301" v="79" actId="14100"/>
        <pc:sldMkLst>
          <pc:docMk/>
          <pc:sldMk cId="1445155492" sldId="325"/>
        </pc:sldMkLst>
        <pc:spChg chg="mod">
          <ac:chgData name="George Hilios" userId="cba0ddda4a40a938" providerId="LiveId" clId="{F08B94BB-5A09-4454-8814-7086BAD076C8}" dt="2023-04-07T21:38:37.267" v="69" actId="20577"/>
          <ac:spMkLst>
            <pc:docMk/>
            <pc:sldMk cId="1445155492" sldId="325"/>
            <ac:spMk id="2" creationId="{5332290A-23DC-4063-18AD-22AA1102B11C}"/>
          </ac:spMkLst>
        </pc:spChg>
        <pc:spChg chg="add">
          <ac:chgData name="George Hilios" userId="cba0ddda4a40a938" providerId="LiveId" clId="{F08B94BB-5A09-4454-8814-7086BAD076C8}" dt="2023-04-07T21:40:36.828" v="76" actId="11529"/>
          <ac:spMkLst>
            <pc:docMk/>
            <pc:sldMk cId="1445155492" sldId="325"/>
            <ac:spMk id="9" creationId="{28B84557-B272-0A3B-4013-8767B011E212}"/>
          </ac:spMkLst>
        </pc:spChg>
        <pc:spChg chg="add mod">
          <ac:chgData name="George Hilios" userId="cba0ddda4a40a938" providerId="LiveId" clId="{F08B94BB-5A09-4454-8814-7086BAD076C8}" dt="2023-04-07T21:41:03.301" v="79" actId="14100"/>
          <ac:spMkLst>
            <pc:docMk/>
            <pc:sldMk cId="1445155492" sldId="325"/>
            <ac:spMk id="11" creationId="{5F870E73-F96F-AC8E-91E7-B2E9DBF6C12B}"/>
          </ac:spMkLst>
        </pc:spChg>
        <pc:picChg chg="add mod">
          <ac:chgData name="George Hilios" userId="cba0ddda4a40a938" providerId="LiveId" clId="{F08B94BB-5A09-4454-8814-7086BAD076C8}" dt="2023-04-07T21:40:19.823" v="75" actId="1076"/>
          <ac:picMkLst>
            <pc:docMk/>
            <pc:sldMk cId="1445155492" sldId="325"/>
            <ac:picMk id="5" creationId="{9F39DA7F-1C2F-46C5-29CC-6DF8E7DC66F2}"/>
          </ac:picMkLst>
        </pc:picChg>
        <pc:picChg chg="del">
          <ac:chgData name="George Hilios" userId="cba0ddda4a40a938" providerId="LiveId" clId="{F08B94BB-5A09-4454-8814-7086BAD076C8}" dt="2023-04-07T21:38:43.091" v="70" actId="478"/>
          <ac:picMkLst>
            <pc:docMk/>
            <pc:sldMk cId="1445155492" sldId="325"/>
            <ac:picMk id="6" creationId="{78603998-9CDE-D020-F065-DF19B517C1DD}"/>
          </ac:picMkLst>
        </pc:picChg>
        <pc:picChg chg="add mod">
          <ac:chgData name="George Hilios" userId="cba0ddda4a40a938" providerId="LiveId" clId="{F08B94BB-5A09-4454-8814-7086BAD076C8}" dt="2023-04-07T21:40:14.867" v="74" actId="1076"/>
          <ac:picMkLst>
            <pc:docMk/>
            <pc:sldMk cId="1445155492" sldId="325"/>
            <ac:picMk id="8" creationId="{BDD7D40B-36C4-BA93-8574-89AC80EB729E}"/>
          </ac:picMkLst>
        </pc:picChg>
        <pc:picChg chg="del">
          <ac:chgData name="George Hilios" userId="cba0ddda4a40a938" providerId="LiveId" clId="{F08B94BB-5A09-4454-8814-7086BAD076C8}" dt="2023-04-07T21:38:43.091" v="70" actId="478"/>
          <ac:picMkLst>
            <pc:docMk/>
            <pc:sldMk cId="1445155492" sldId="325"/>
            <ac:picMk id="10" creationId="{7713FC4B-DA82-31E6-D901-FCBA4CED1503}"/>
          </ac:picMkLst>
        </pc:picChg>
        <pc:cxnChg chg="del">
          <ac:chgData name="George Hilios" userId="cba0ddda4a40a938" providerId="LiveId" clId="{F08B94BB-5A09-4454-8814-7086BAD076C8}" dt="2023-04-07T21:38:43.091" v="70" actId="478"/>
          <ac:cxnSpMkLst>
            <pc:docMk/>
            <pc:sldMk cId="1445155492" sldId="325"/>
            <ac:cxnSpMk id="12" creationId="{4FE1C9B4-BDAA-E3E5-BF2E-E88032991F86}"/>
          </ac:cxnSpMkLst>
        </pc:cxnChg>
        <pc:cxnChg chg="del">
          <ac:chgData name="George Hilios" userId="cba0ddda4a40a938" providerId="LiveId" clId="{F08B94BB-5A09-4454-8814-7086BAD076C8}" dt="2023-04-07T21:38:43.091" v="70" actId="478"/>
          <ac:cxnSpMkLst>
            <pc:docMk/>
            <pc:sldMk cId="1445155492" sldId="325"/>
            <ac:cxnSpMk id="14" creationId="{2DD1C0A1-6F6C-6AA8-F531-65D3D75A630F}"/>
          </ac:cxnSpMkLst>
        </pc:cxnChg>
      </pc:sldChg>
      <pc:sldChg chg="addSp delSp modSp add mod delAnim modAnim">
        <pc:chgData name="George Hilios" userId="cba0ddda4a40a938" providerId="LiveId" clId="{F08B94BB-5A09-4454-8814-7086BAD076C8}" dt="2023-04-07T22:11:09.210" v="151"/>
        <pc:sldMkLst>
          <pc:docMk/>
          <pc:sldMk cId="2097534586" sldId="326"/>
        </pc:sldMkLst>
        <pc:spChg chg="mod">
          <ac:chgData name="George Hilios" userId="cba0ddda4a40a938" providerId="LiveId" clId="{F08B94BB-5A09-4454-8814-7086BAD076C8}" dt="2023-04-07T21:41:56.660" v="130" actId="20577"/>
          <ac:spMkLst>
            <pc:docMk/>
            <pc:sldMk cId="2097534586" sldId="326"/>
            <ac:spMk id="2" creationId="{5332290A-23DC-4063-18AD-22AA1102B11C}"/>
          </ac:spMkLst>
        </pc:spChg>
        <pc:spChg chg="del">
          <ac:chgData name="George Hilios" userId="cba0ddda4a40a938" providerId="LiveId" clId="{F08B94BB-5A09-4454-8814-7086BAD076C8}" dt="2023-04-07T21:41:47.541" v="111" actId="478"/>
          <ac:spMkLst>
            <pc:docMk/>
            <pc:sldMk cId="2097534586" sldId="326"/>
            <ac:spMk id="9" creationId="{28B84557-B272-0A3B-4013-8767B011E212}"/>
          </ac:spMkLst>
        </pc:spChg>
        <pc:spChg chg="del">
          <ac:chgData name="George Hilios" userId="cba0ddda4a40a938" providerId="LiveId" clId="{F08B94BB-5A09-4454-8814-7086BAD076C8}" dt="2023-04-07T21:41:47.541" v="111" actId="478"/>
          <ac:spMkLst>
            <pc:docMk/>
            <pc:sldMk cId="2097534586" sldId="326"/>
            <ac:spMk id="11" creationId="{5F870E73-F96F-AC8E-91E7-B2E9DBF6C12B}"/>
          </ac:spMkLst>
        </pc:spChg>
        <pc:spChg chg="add mod ord">
          <ac:chgData name="George Hilios" userId="cba0ddda4a40a938" providerId="LiveId" clId="{F08B94BB-5A09-4454-8814-7086BAD076C8}" dt="2023-04-07T22:10:57.758" v="150" actId="1076"/>
          <ac:spMkLst>
            <pc:docMk/>
            <pc:sldMk cId="2097534586" sldId="326"/>
            <ac:spMk id="12" creationId="{E24542B3-998E-8B6D-1D41-4590610E7236}"/>
          </ac:spMkLst>
        </pc:spChg>
        <pc:picChg chg="del">
          <ac:chgData name="George Hilios" userId="cba0ddda4a40a938" providerId="LiveId" clId="{F08B94BB-5A09-4454-8814-7086BAD076C8}" dt="2023-04-07T21:41:50.439" v="112" actId="478"/>
          <ac:picMkLst>
            <pc:docMk/>
            <pc:sldMk cId="2097534586" sldId="326"/>
            <ac:picMk id="5" creationId="{9F39DA7F-1C2F-46C5-29CC-6DF8E7DC66F2}"/>
          </ac:picMkLst>
        </pc:picChg>
        <pc:picChg chg="add mod">
          <ac:chgData name="George Hilios" userId="cba0ddda4a40a938" providerId="LiveId" clId="{F08B94BB-5A09-4454-8814-7086BAD076C8}" dt="2023-04-07T21:46:40.179" v="133" actId="1076"/>
          <ac:picMkLst>
            <pc:docMk/>
            <pc:sldMk cId="2097534586" sldId="326"/>
            <ac:picMk id="6" creationId="{351F53F7-FE18-170F-69C5-CF7F84DD952C}"/>
          </ac:picMkLst>
        </pc:picChg>
        <pc:picChg chg="del">
          <ac:chgData name="George Hilios" userId="cba0ddda4a40a938" providerId="LiveId" clId="{F08B94BB-5A09-4454-8814-7086BAD076C8}" dt="2023-04-07T21:41:44.656" v="110" actId="478"/>
          <ac:picMkLst>
            <pc:docMk/>
            <pc:sldMk cId="2097534586" sldId="326"/>
            <ac:picMk id="8" creationId="{BDD7D40B-36C4-BA93-8574-89AC80EB729E}"/>
          </ac:picMkLst>
        </pc:picChg>
        <pc:picChg chg="add del mod">
          <ac:chgData name="George Hilios" userId="cba0ddda4a40a938" providerId="LiveId" clId="{F08B94BB-5A09-4454-8814-7086BAD076C8}" dt="2023-04-07T22:10:29.437" v="142" actId="478"/>
          <ac:picMkLst>
            <pc:docMk/>
            <pc:sldMk cId="2097534586" sldId="326"/>
            <ac:picMk id="10" creationId="{C1F1AE2D-DCEC-3ADC-AEDF-B6255540BCD4}"/>
          </ac:picMkLst>
        </pc:picChg>
        <pc:picChg chg="add mod">
          <ac:chgData name="George Hilios" userId="cba0ddda4a40a938" providerId="LiveId" clId="{F08B94BB-5A09-4454-8814-7086BAD076C8}" dt="2023-04-07T22:10:47.893" v="149" actId="1076"/>
          <ac:picMkLst>
            <pc:docMk/>
            <pc:sldMk cId="2097534586" sldId="326"/>
            <ac:picMk id="14" creationId="{C33F3EA4-1672-2245-F25A-9BB05A7665DC}"/>
          </ac:picMkLst>
        </pc:picChg>
      </pc:sldChg>
      <pc:sldChg chg="addSp delSp modSp add mod ord delAnim">
        <pc:chgData name="George Hilios" userId="cba0ddda4a40a938" providerId="LiveId" clId="{F08B94BB-5A09-4454-8814-7086BAD076C8}" dt="2023-04-07T22:20:38.629" v="272"/>
        <pc:sldMkLst>
          <pc:docMk/>
          <pc:sldMk cId="3981719950" sldId="327"/>
        </pc:sldMkLst>
        <pc:spChg chg="mod">
          <ac:chgData name="George Hilios" userId="cba0ddda4a40a938" providerId="LiveId" clId="{F08B94BB-5A09-4454-8814-7086BAD076C8}" dt="2023-04-07T22:13:11.937" v="224" actId="20577"/>
          <ac:spMkLst>
            <pc:docMk/>
            <pc:sldMk cId="3981719950" sldId="327"/>
            <ac:spMk id="2" creationId="{5332290A-23DC-4063-18AD-22AA1102B11C}"/>
          </ac:spMkLst>
        </pc:spChg>
        <pc:spChg chg="add del mod">
          <ac:chgData name="George Hilios" userId="cba0ddda4a40a938" providerId="LiveId" clId="{F08B94BB-5A09-4454-8814-7086BAD076C8}" dt="2023-04-07T22:14:05.921" v="234" actId="11529"/>
          <ac:spMkLst>
            <pc:docMk/>
            <pc:sldMk cId="3981719950" sldId="327"/>
            <ac:spMk id="7" creationId="{2A46F385-5EEA-929E-3E2E-7C5F7ED64886}"/>
          </ac:spMkLst>
        </pc:spChg>
        <pc:spChg chg="add mod">
          <ac:chgData name="George Hilios" userId="cba0ddda4a40a938" providerId="LiveId" clId="{F08B94BB-5A09-4454-8814-7086BAD076C8}" dt="2023-04-07T22:14:19.881" v="236" actId="207"/>
          <ac:spMkLst>
            <pc:docMk/>
            <pc:sldMk cId="3981719950" sldId="327"/>
            <ac:spMk id="8" creationId="{DA2D57EC-3822-E714-D09B-6A3DED44C6A0}"/>
          </ac:spMkLst>
        </pc:spChg>
        <pc:spChg chg="del">
          <ac:chgData name="George Hilios" userId="cba0ddda4a40a938" providerId="LiveId" clId="{F08B94BB-5A09-4454-8814-7086BAD076C8}" dt="2023-04-07T22:12:43.359" v="156" actId="478"/>
          <ac:spMkLst>
            <pc:docMk/>
            <pc:sldMk cId="3981719950" sldId="327"/>
            <ac:spMk id="12" creationId="{E24542B3-998E-8B6D-1D41-4590610E7236}"/>
          </ac:spMkLst>
        </pc:spChg>
        <pc:picChg chg="add mod">
          <ac:chgData name="George Hilios" userId="cba0ddda4a40a938" providerId="LiveId" clId="{F08B94BB-5A09-4454-8814-7086BAD076C8}" dt="2023-04-07T22:13:32.766" v="226" actId="1076"/>
          <ac:picMkLst>
            <pc:docMk/>
            <pc:sldMk cId="3981719950" sldId="327"/>
            <ac:picMk id="5" creationId="{C62B7BA9-3132-958E-798B-ECE02826D904}"/>
          </ac:picMkLst>
        </pc:picChg>
        <pc:picChg chg="del">
          <ac:chgData name="George Hilios" userId="cba0ddda4a40a938" providerId="LiveId" clId="{F08B94BB-5A09-4454-8814-7086BAD076C8}" dt="2023-04-07T22:12:44.927" v="157" actId="478"/>
          <ac:picMkLst>
            <pc:docMk/>
            <pc:sldMk cId="3981719950" sldId="327"/>
            <ac:picMk id="6" creationId="{351F53F7-FE18-170F-69C5-CF7F84DD952C}"/>
          </ac:picMkLst>
        </pc:picChg>
        <pc:picChg chg="add mod">
          <ac:chgData name="George Hilios" userId="cba0ddda4a40a938" providerId="LiveId" clId="{F08B94BB-5A09-4454-8814-7086BAD076C8}" dt="2023-04-07T22:15:22.932" v="238" actId="1076"/>
          <ac:picMkLst>
            <pc:docMk/>
            <pc:sldMk cId="3981719950" sldId="327"/>
            <ac:picMk id="10" creationId="{342C2FB1-EDD0-A8D4-416C-14A2F7418230}"/>
          </ac:picMkLst>
        </pc:picChg>
        <pc:picChg chg="del">
          <ac:chgData name="George Hilios" userId="cba0ddda4a40a938" providerId="LiveId" clId="{F08B94BB-5A09-4454-8814-7086BAD076C8}" dt="2023-04-07T22:12:41.195" v="155" actId="478"/>
          <ac:picMkLst>
            <pc:docMk/>
            <pc:sldMk cId="3981719950" sldId="327"/>
            <ac:picMk id="14" creationId="{C33F3EA4-1672-2245-F25A-9BB05A7665DC}"/>
          </ac:picMkLst>
        </pc:picChg>
      </pc:sldChg>
      <pc:sldChg chg="addSp delSp modSp add mod ord modAnim">
        <pc:chgData name="George Hilios" userId="cba0ddda4a40a938" providerId="LiveId" clId="{F08B94BB-5A09-4454-8814-7086BAD076C8}" dt="2023-04-08T14:28:16.294" v="5556"/>
        <pc:sldMkLst>
          <pc:docMk/>
          <pc:sldMk cId="1703574743" sldId="328"/>
        </pc:sldMkLst>
        <pc:spChg chg="mod">
          <ac:chgData name="George Hilios" userId="cba0ddda4a40a938" providerId="LiveId" clId="{F08B94BB-5A09-4454-8814-7086BAD076C8}" dt="2023-04-07T22:16:12.273" v="257" actId="20577"/>
          <ac:spMkLst>
            <pc:docMk/>
            <pc:sldMk cId="1703574743" sldId="328"/>
            <ac:spMk id="2" creationId="{5332290A-23DC-4063-18AD-22AA1102B11C}"/>
          </ac:spMkLst>
        </pc:spChg>
        <pc:spChg chg="del">
          <ac:chgData name="George Hilios" userId="cba0ddda4a40a938" providerId="LiveId" clId="{F08B94BB-5A09-4454-8814-7086BAD076C8}" dt="2023-04-07T22:16:16.197" v="259" actId="478"/>
          <ac:spMkLst>
            <pc:docMk/>
            <pc:sldMk cId="1703574743" sldId="328"/>
            <ac:spMk id="9" creationId="{28B84557-B272-0A3B-4013-8767B011E212}"/>
          </ac:spMkLst>
        </pc:spChg>
        <pc:spChg chg="del">
          <ac:chgData name="George Hilios" userId="cba0ddda4a40a938" providerId="LiveId" clId="{F08B94BB-5A09-4454-8814-7086BAD076C8}" dt="2023-04-07T22:16:20.936" v="261" actId="478"/>
          <ac:spMkLst>
            <pc:docMk/>
            <pc:sldMk cId="1703574743" sldId="328"/>
            <ac:spMk id="11" creationId="{5F870E73-F96F-AC8E-91E7-B2E9DBF6C12B}"/>
          </ac:spMkLst>
        </pc:spChg>
        <pc:spChg chg="add mod">
          <ac:chgData name="George Hilios" userId="cba0ddda4a40a938" providerId="LiveId" clId="{F08B94BB-5A09-4454-8814-7086BAD076C8}" dt="2023-04-07T22:20:03.984" v="268" actId="207"/>
          <ac:spMkLst>
            <pc:docMk/>
            <pc:sldMk cId="1703574743" sldId="328"/>
            <ac:spMk id="12" creationId="{33512DE6-27BD-ABF1-E3E6-5900ED5B78F1}"/>
          </ac:spMkLst>
        </pc:spChg>
        <pc:spChg chg="add mod">
          <ac:chgData name="George Hilios" userId="cba0ddda4a40a938" providerId="LiveId" clId="{F08B94BB-5A09-4454-8814-7086BAD076C8}" dt="2023-04-08T14:27:45.492" v="5552" actId="14100"/>
          <ac:spMkLst>
            <pc:docMk/>
            <pc:sldMk cId="1703574743" sldId="328"/>
            <ac:spMk id="13" creationId="{A7809897-59F8-6A07-BB3E-C0423D1CC4CE}"/>
          </ac:spMkLst>
        </pc:spChg>
        <pc:picChg chg="del">
          <ac:chgData name="George Hilios" userId="cba0ddda4a40a938" providerId="LiveId" clId="{F08B94BB-5A09-4454-8814-7086BAD076C8}" dt="2023-04-07T22:16:17.745" v="260" actId="478"/>
          <ac:picMkLst>
            <pc:docMk/>
            <pc:sldMk cId="1703574743" sldId="328"/>
            <ac:picMk id="5" creationId="{9F39DA7F-1C2F-46C5-29CC-6DF8E7DC66F2}"/>
          </ac:picMkLst>
        </pc:picChg>
        <pc:picChg chg="add mod">
          <ac:chgData name="George Hilios" userId="cba0ddda4a40a938" providerId="LiveId" clId="{F08B94BB-5A09-4454-8814-7086BAD076C8}" dt="2023-04-08T12:51:39.420" v="3001" actId="1076"/>
          <ac:picMkLst>
            <pc:docMk/>
            <pc:sldMk cId="1703574743" sldId="328"/>
            <ac:picMk id="6" creationId="{C26DDA61-BCF5-E6F3-C800-58481E6443CE}"/>
          </ac:picMkLst>
        </pc:picChg>
        <pc:picChg chg="del">
          <ac:chgData name="George Hilios" userId="cba0ddda4a40a938" providerId="LiveId" clId="{F08B94BB-5A09-4454-8814-7086BAD076C8}" dt="2023-04-07T22:16:14.464" v="258" actId="478"/>
          <ac:picMkLst>
            <pc:docMk/>
            <pc:sldMk cId="1703574743" sldId="328"/>
            <ac:picMk id="8" creationId="{BDD7D40B-36C4-BA93-8574-89AC80EB729E}"/>
          </ac:picMkLst>
        </pc:picChg>
        <pc:picChg chg="add mod">
          <ac:chgData name="George Hilios" userId="cba0ddda4a40a938" providerId="LiveId" clId="{F08B94BB-5A09-4454-8814-7086BAD076C8}" dt="2023-04-07T22:19:49.008" v="266" actId="14100"/>
          <ac:picMkLst>
            <pc:docMk/>
            <pc:sldMk cId="1703574743" sldId="328"/>
            <ac:picMk id="10" creationId="{322B3779-303F-7B1D-1A78-8523FA9421F8}"/>
          </ac:picMkLst>
        </pc:picChg>
      </pc:sldChg>
      <pc:sldChg chg="modSp add mod modAnim">
        <pc:chgData name="George Hilios" userId="cba0ddda4a40a938" providerId="LiveId" clId="{F08B94BB-5A09-4454-8814-7086BAD076C8}" dt="2023-04-07T22:24:44.377" v="458"/>
        <pc:sldMkLst>
          <pc:docMk/>
          <pc:sldMk cId="3741345301" sldId="329"/>
        </pc:sldMkLst>
        <pc:spChg chg="mod">
          <ac:chgData name="George Hilios" userId="cba0ddda4a40a938" providerId="LiveId" clId="{F08B94BB-5A09-4454-8814-7086BAD076C8}" dt="2023-04-07T22:21:33.779" v="278" actId="20577"/>
          <ac:spMkLst>
            <pc:docMk/>
            <pc:sldMk cId="3741345301" sldId="329"/>
            <ac:spMk id="10" creationId="{15826961-E492-C264-CCA5-48A15651926B}"/>
          </ac:spMkLst>
        </pc:spChg>
        <pc:spChg chg="mod">
          <ac:chgData name="George Hilios" userId="cba0ddda4a40a938" providerId="LiveId" clId="{F08B94BB-5A09-4454-8814-7086BAD076C8}" dt="2023-04-07T22:24:16.771" v="457" actId="20577"/>
          <ac:spMkLst>
            <pc:docMk/>
            <pc:sldMk cId="3741345301" sldId="329"/>
            <ac:spMk id="11" creationId="{CAC5FD80-5068-F5F5-6CC9-D1EDA71064B8}"/>
          </ac:spMkLst>
        </pc:spChg>
      </pc:sldChg>
      <pc:sldChg chg="addSp delSp modSp add mod modAnim">
        <pc:chgData name="George Hilios" userId="cba0ddda4a40a938" providerId="LiveId" clId="{F08B94BB-5A09-4454-8814-7086BAD076C8}" dt="2023-04-08T14:29:17.729" v="5559"/>
        <pc:sldMkLst>
          <pc:docMk/>
          <pc:sldMk cId="1719818946" sldId="330"/>
        </pc:sldMkLst>
        <pc:spChg chg="add mod">
          <ac:chgData name="George Hilios" userId="cba0ddda4a40a938" providerId="LiveId" clId="{F08B94BB-5A09-4454-8814-7086BAD076C8}" dt="2023-04-07T22:32:36.579" v="745" actId="207"/>
          <ac:spMkLst>
            <pc:docMk/>
            <pc:sldMk cId="1719818946" sldId="330"/>
            <ac:spMk id="9" creationId="{C78F2AD1-AF84-523A-E781-355B6782670E}"/>
          </ac:spMkLst>
        </pc:spChg>
        <pc:spChg chg="mod">
          <ac:chgData name="George Hilios" userId="cba0ddda4a40a938" providerId="LiveId" clId="{F08B94BB-5A09-4454-8814-7086BAD076C8}" dt="2023-04-07T22:28:10.633" v="582" actId="20577"/>
          <ac:spMkLst>
            <pc:docMk/>
            <pc:sldMk cId="1719818946" sldId="330"/>
            <ac:spMk id="10" creationId="{15826961-E492-C264-CCA5-48A15651926B}"/>
          </ac:spMkLst>
        </pc:spChg>
        <pc:spChg chg="mod">
          <ac:chgData name="George Hilios" userId="cba0ddda4a40a938" providerId="LiveId" clId="{F08B94BB-5A09-4454-8814-7086BAD076C8}" dt="2023-04-07T22:35:03.649" v="780" actId="403"/>
          <ac:spMkLst>
            <pc:docMk/>
            <pc:sldMk cId="1719818946" sldId="330"/>
            <ac:spMk id="11" creationId="{CAC5FD80-5068-F5F5-6CC9-D1EDA71064B8}"/>
          </ac:spMkLst>
        </pc:spChg>
        <pc:spChg chg="add mod">
          <ac:chgData name="George Hilios" userId="cba0ddda4a40a938" providerId="LiveId" clId="{F08B94BB-5A09-4454-8814-7086BAD076C8}" dt="2023-04-07T22:35:25.545" v="782" actId="1076"/>
          <ac:spMkLst>
            <pc:docMk/>
            <pc:sldMk cId="1719818946" sldId="330"/>
            <ac:spMk id="14" creationId="{95A45E52-E1A1-A095-F430-9AA83467DE76}"/>
          </ac:spMkLst>
        </pc:spChg>
        <pc:picChg chg="add mod">
          <ac:chgData name="George Hilios" userId="cba0ddda4a40a938" providerId="LiveId" clId="{F08B94BB-5A09-4454-8814-7086BAD076C8}" dt="2023-04-07T22:30:16.771" v="642" actId="1076"/>
          <ac:picMkLst>
            <pc:docMk/>
            <pc:sldMk cId="1719818946" sldId="330"/>
            <ac:picMk id="3" creationId="{E1152C14-AF4D-5C04-63C7-9DE880AF90D6}"/>
          </ac:picMkLst>
        </pc:picChg>
        <pc:picChg chg="add mod">
          <ac:chgData name="George Hilios" userId="cba0ddda4a40a938" providerId="LiveId" clId="{F08B94BB-5A09-4454-8814-7086BAD076C8}" dt="2023-04-07T22:32:22.064" v="743" actId="1076"/>
          <ac:picMkLst>
            <pc:docMk/>
            <pc:sldMk cId="1719818946" sldId="330"/>
            <ac:picMk id="8" creationId="{76D31588-82E2-9F53-C753-DAE892A68EA7}"/>
          </ac:picMkLst>
        </pc:picChg>
        <pc:picChg chg="add del">
          <ac:chgData name="George Hilios" userId="cba0ddda4a40a938" providerId="LiveId" clId="{F08B94BB-5A09-4454-8814-7086BAD076C8}" dt="2023-04-07T22:34:01.136" v="755" actId="22"/>
          <ac:picMkLst>
            <pc:docMk/>
            <pc:sldMk cId="1719818946" sldId="330"/>
            <ac:picMk id="13" creationId="{A60233E1-ACD5-C12F-222D-649CFC1331A4}"/>
          </ac:picMkLst>
        </pc:picChg>
      </pc:sldChg>
      <pc:sldChg chg="addSp modSp add mod modAnim">
        <pc:chgData name="George Hilios" userId="cba0ddda4a40a938" providerId="LiveId" clId="{F08B94BB-5A09-4454-8814-7086BAD076C8}" dt="2023-04-08T03:56:21.242" v="1136" actId="1076"/>
        <pc:sldMkLst>
          <pc:docMk/>
          <pc:sldMk cId="1259514211" sldId="331"/>
        </pc:sldMkLst>
        <pc:spChg chg="add mod">
          <ac:chgData name="George Hilios" userId="cba0ddda4a40a938" providerId="LiveId" clId="{F08B94BB-5A09-4454-8814-7086BAD076C8}" dt="2023-04-08T03:55:14.592" v="1132" actId="1076"/>
          <ac:spMkLst>
            <pc:docMk/>
            <pc:sldMk cId="1259514211" sldId="331"/>
            <ac:spMk id="9" creationId="{FDB2CF47-0437-465C-EE7F-ED8867A4EAA2}"/>
          </ac:spMkLst>
        </pc:spChg>
        <pc:spChg chg="mod">
          <ac:chgData name="George Hilios" userId="cba0ddda4a40a938" providerId="LiveId" clId="{F08B94BB-5A09-4454-8814-7086BAD076C8}" dt="2023-04-08T03:43:33.267" v="1055" actId="20577"/>
          <ac:spMkLst>
            <pc:docMk/>
            <pc:sldMk cId="1259514211" sldId="331"/>
            <ac:spMk id="10" creationId="{15826961-E492-C264-CCA5-48A15651926B}"/>
          </ac:spMkLst>
        </pc:spChg>
        <pc:spChg chg="mod">
          <ac:chgData name="George Hilios" userId="cba0ddda4a40a938" providerId="LiveId" clId="{F08B94BB-5A09-4454-8814-7086BAD076C8}" dt="2023-04-08T03:53:19.920" v="1093" actId="1076"/>
          <ac:spMkLst>
            <pc:docMk/>
            <pc:sldMk cId="1259514211" sldId="331"/>
            <ac:spMk id="11" creationId="{CAC5FD80-5068-F5F5-6CC9-D1EDA71064B8}"/>
          </ac:spMkLst>
        </pc:spChg>
        <pc:picChg chg="add mod">
          <ac:chgData name="George Hilios" userId="cba0ddda4a40a938" providerId="LiveId" clId="{F08B94BB-5A09-4454-8814-7086BAD076C8}" dt="2023-04-08T03:56:21.242" v="1136" actId="1076"/>
          <ac:picMkLst>
            <pc:docMk/>
            <pc:sldMk cId="1259514211" sldId="331"/>
            <ac:picMk id="3" creationId="{1A8855D9-AD8F-AFA5-F082-68E58908EF7B}"/>
          </ac:picMkLst>
        </pc:picChg>
        <pc:picChg chg="add mod">
          <ac:chgData name="George Hilios" userId="cba0ddda4a40a938" providerId="LiveId" clId="{F08B94BB-5A09-4454-8814-7086BAD076C8}" dt="2023-04-08T03:55:11.294" v="1131" actId="1076"/>
          <ac:picMkLst>
            <pc:docMk/>
            <pc:sldMk cId="1259514211" sldId="331"/>
            <ac:picMk id="8" creationId="{09D2378A-F594-20F7-20FE-2C0BAC6B4E1F}"/>
          </ac:picMkLst>
        </pc:picChg>
      </pc:sldChg>
      <pc:sldChg chg="modSp add del mod modAnim">
        <pc:chgData name="George Hilios" userId="cba0ddda4a40a938" providerId="LiveId" clId="{F08B94BB-5A09-4454-8814-7086BAD076C8}" dt="2023-04-08T14:29:06.931" v="5557" actId="47"/>
        <pc:sldMkLst>
          <pc:docMk/>
          <pc:sldMk cId="669575801" sldId="332"/>
        </pc:sldMkLst>
        <pc:spChg chg="mod">
          <ac:chgData name="George Hilios" userId="cba0ddda4a40a938" providerId="LiveId" clId="{F08B94BB-5A09-4454-8814-7086BAD076C8}" dt="2023-04-08T03:41:49.239" v="1043" actId="20577"/>
          <ac:spMkLst>
            <pc:docMk/>
            <pc:sldMk cId="669575801" sldId="332"/>
            <ac:spMk id="10" creationId="{15826961-E492-C264-CCA5-48A15651926B}"/>
          </ac:spMkLst>
        </pc:spChg>
        <pc:spChg chg="mod">
          <ac:chgData name="George Hilios" userId="cba0ddda4a40a938" providerId="LiveId" clId="{F08B94BB-5A09-4454-8814-7086BAD076C8}" dt="2023-04-08T03:42:10.904" v="1054" actId="20577"/>
          <ac:spMkLst>
            <pc:docMk/>
            <pc:sldMk cId="669575801" sldId="332"/>
            <ac:spMk id="11" creationId="{CAC5FD80-5068-F5F5-6CC9-D1EDA71064B8}"/>
          </ac:spMkLst>
        </pc:spChg>
      </pc:sldChg>
      <pc:sldChg chg="addSp delSp modSp add mod delAnim modAnim">
        <pc:chgData name="George Hilios" userId="cba0ddda4a40a938" providerId="LiveId" clId="{F08B94BB-5A09-4454-8814-7086BAD076C8}" dt="2023-04-08T04:40:20.363" v="1831" actId="403"/>
        <pc:sldMkLst>
          <pc:docMk/>
          <pc:sldMk cId="1227799138" sldId="333"/>
        </pc:sldMkLst>
        <pc:spChg chg="add del mod">
          <ac:chgData name="George Hilios" userId="cba0ddda4a40a938" providerId="LiveId" clId="{F08B94BB-5A09-4454-8814-7086BAD076C8}" dt="2023-04-08T04:20:46.035" v="1169" actId="478"/>
          <ac:spMkLst>
            <pc:docMk/>
            <pc:sldMk cId="1227799138" sldId="333"/>
            <ac:spMk id="7" creationId="{61B7D2F4-09F5-2BFF-61A3-7980570A135B}"/>
          </ac:spMkLst>
        </pc:spChg>
        <pc:spChg chg="del">
          <ac:chgData name="George Hilios" userId="cba0ddda4a40a938" providerId="LiveId" clId="{F08B94BB-5A09-4454-8814-7086BAD076C8}" dt="2023-04-08T04:20:48.257" v="1170" actId="478"/>
          <ac:spMkLst>
            <pc:docMk/>
            <pc:sldMk cId="1227799138" sldId="333"/>
            <ac:spMk id="9" creationId="{FDB2CF47-0437-465C-EE7F-ED8867A4EAA2}"/>
          </ac:spMkLst>
        </pc:spChg>
        <pc:spChg chg="mod">
          <ac:chgData name="George Hilios" userId="cba0ddda4a40a938" providerId="LiveId" clId="{F08B94BB-5A09-4454-8814-7086BAD076C8}" dt="2023-04-08T04:20:21.170" v="1165" actId="20577"/>
          <ac:spMkLst>
            <pc:docMk/>
            <pc:sldMk cId="1227799138" sldId="333"/>
            <ac:spMk id="10" creationId="{15826961-E492-C264-CCA5-48A15651926B}"/>
          </ac:spMkLst>
        </pc:spChg>
        <pc:spChg chg="del">
          <ac:chgData name="George Hilios" userId="cba0ddda4a40a938" providerId="LiveId" clId="{F08B94BB-5A09-4454-8814-7086BAD076C8}" dt="2023-04-08T04:20:29.346" v="1167" actId="478"/>
          <ac:spMkLst>
            <pc:docMk/>
            <pc:sldMk cId="1227799138" sldId="333"/>
            <ac:spMk id="11" creationId="{CAC5FD80-5068-F5F5-6CC9-D1EDA71064B8}"/>
          </ac:spMkLst>
        </pc:spChg>
        <pc:spChg chg="add mod">
          <ac:chgData name="George Hilios" userId="cba0ddda4a40a938" providerId="LiveId" clId="{F08B94BB-5A09-4454-8814-7086BAD076C8}" dt="2023-04-08T04:30:08.419" v="1280" actId="1076"/>
          <ac:spMkLst>
            <pc:docMk/>
            <pc:sldMk cId="1227799138" sldId="333"/>
            <ac:spMk id="18" creationId="{7506F7A2-3BEC-B785-2BCB-7D81424E94E3}"/>
          </ac:spMkLst>
        </pc:spChg>
        <pc:spChg chg="add del mod">
          <ac:chgData name="George Hilios" userId="cba0ddda4a40a938" providerId="LiveId" clId="{F08B94BB-5A09-4454-8814-7086BAD076C8}" dt="2023-04-08T04:30:25.479" v="1285"/>
          <ac:spMkLst>
            <pc:docMk/>
            <pc:sldMk cId="1227799138" sldId="333"/>
            <ac:spMk id="19" creationId="{385C1685-D106-5A1D-852F-8D7FA058E9A3}"/>
          </ac:spMkLst>
        </pc:spChg>
        <pc:spChg chg="add mod">
          <ac:chgData name="George Hilios" userId="cba0ddda4a40a938" providerId="LiveId" clId="{F08B94BB-5A09-4454-8814-7086BAD076C8}" dt="2023-04-08T04:33:12.871" v="1507" actId="1076"/>
          <ac:spMkLst>
            <pc:docMk/>
            <pc:sldMk cId="1227799138" sldId="333"/>
            <ac:spMk id="20" creationId="{F8DC4893-06C6-25B4-95DB-B75336C85FAC}"/>
          </ac:spMkLst>
        </pc:spChg>
        <pc:spChg chg="add mod">
          <ac:chgData name="George Hilios" userId="cba0ddda4a40a938" providerId="LiveId" clId="{F08B94BB-5A09-4454-8814-7086BAD076C8}" dt="2023-04-08T04:32:54.506" v="1504" actId="20577"/>
          <ac:spMkLst>
            <pc:docMk/>
            <pc:sldMk cId="1227799138" sldId="333"/>
            <ac:spMk id="21" creationId="{10AA5D4B-1B8B-BAD4-F39C-B33B8DFD5C1E}"/>
          </ac:spMkLst>
        </pc:spChg>
        <pc:spChg chg="add mod">
          <ac:chgData name="George Hilios" userId="cba0ddda4a40a938" providerId="LiveId" clId="{F08B94BB-5A09-4454-8814-7086BAD076C8}" dt="2023-04-08T04:39:46.597" v="1775" actId="1076"/>
          <ac:spMkLst>
            <pc:docMk/>
            <pc:sldMk cId="1227799138" sldId="333"/>
            <ac:spMk id="22" creationId="{7D4C6A9B-FFB8-72B1-183F-1430C109C2F6}"/>
          </ac:spMkLst>
        </pc:spChg>
        <pc:spChg chg="add mod">
          <ac:chgData name="George Hilios" userId="cba0ddda4a40a938" providerId="LiveId" clId="{F08B94BB-5A09-4454-8814-7086BAD076C8}" dt="2023-04-08T04:40:20.363" v="1831" actId="403"/>
          <ac:spMkLst>
            <pc:docMk/>
            <pc:sldMk cId="1227799138" sldId="333"/>
            <ac:spMk id="23" creationId="{BE4DB4A9-95B4-11FB-15A0-0F8A99631A5B}"/>
          </ac:spMkLst>
        </pc:spChg>
        <pc:picChg chg="del">
          <ac:chgData name="George Hilios" userId="cba0ddda4a40a938" providerId="LiveId" clId="{F08B94BB-5A09-4454-8814-7086BAD076C8}" dt="2023-04-08T04:20:40.026" v="1168" actId="478"/>
          <ac:picMkLst>
            <pc:docMk/>
            <pc:sldMk cId="1227799138" sldId="333"/>
            <ac:picMk id="3" creationId="{1A8855D9-AD8F-AFA5-F082-68E58908EF7B}"/>
          </ac:picMkLst>
        </pc:picChg>
        <pc:picChg chg="del">
          <ac:chgData name="George Hilios" userId="cba0ddda4a40a938" providerId="LiveId" clId="{F08B94BB-5A09-4454-8814-7086BAD076C8}" dt="2023-04-08T04:20:25.324" v="1166" actId="478"/>
          <ac:picMkLst>
            <pc:docMk/>
            <pc:sldMk cId="1227799138" sldId="333"/>
            <ac:picMk id="8" creationId="{09D2378A-F594-20F7-20FE-2C0BAC6B4E1F}"/>
          </ac:picMkLst>
        </pc:picChg>
        <pc:picChg chg="add mod">
          <ac:chgData name="George Hilios" userId="cba0ddda4a40a938" providerId="LiveId" clId="{F08B94BB-5A09-4454-8814-7086BAD076C8}" dt="2023-04-08T04:22:20.549" v="1172" actId="1076"/>
          <ac:picMkLst>
            <pc:docMk/>
            <pc:sldMk cId="1227799138" sldId="333"/>
            <ac:picMk id="13" creationId="{9F70FDEB-D635-CD72-7DFD-B464A50656C6}"/>
          </ac:picMkLst>
        </pc:picChg>
        <pc:picChg chg="add mod">
          <ac:chgData name="George Hilios" userId="cba0ddda4a40a938" providerId="LiveId" clId="{F08B94BB-5A09-4454-8814-7086BAD076C8}" dt="2023-04-08T04:33:00.360" v="1505" actId="1076"/>
          <ac:picMkLst>
            <pc:docMk/>
            <pc:sldMk cId="1227799138" sldId="333"/>
            <ac:picMk id="15" creationId="{DEC6FD99-B87D-6ABE-56A0-64168A52A3BE}"/>
          </ac:picMkLst>
        </pc:picChg>
        <pc:picChg chg="add mod">
          <ac:chgData name="George Hilios" userId="cba0ddda4a40a938" providerId="LiveId" clId="{F08B94BB-5A09-4454-8814-7086BAD076C8}" dt="2023-04-08T04:33:06.066" v="1506" actId="1076"/>
          <ac:picMkLst>
            <pc:docMk/>
            <pc:sldMk cId="1227799138" sldId="333"/>
            <ac:picMk id="17" creationId="{E39E237D-F1A4-FE67-4FA2-06A248277D00}"/>
          </ac:picMkLst>
        </pc:picChg>
      </pc:sldChg>
      <pc:sldChg chg="addSp modSp add mod ord modAnim">
        <pc:chgData name="George Hilios" userId="cba0ddda4a40a938" providerId="LiveId" clId="{F08B94BB-5A09-4454-8814-7086BAD076C8}" dt="2023-04-08T04:48:14.281" v="1947"/>
        <pc:sldMkLst>
          <pc:docMk/>
          <pc:sldMk cId="263894717" sldId="334"/>
        </pc:sldMkLst>
        <pc:spChg chg="mod">
          <ac:chgData name="George Hilios" userId="cba0ddda4a40a938" providerId="LiveId" clId="{F08B94BB-5A09-4454-8814-7086BAD076C8}" dt="2023-04-08T04:39:31.248" v="1770" actId="20577"/>
          <ac:spMkLst>
            <pc:docMk/>
            <pc:sldMk cId="263894717" sldId="334"/>
            <ac:spMk id="10" creationId="{15826961-E492-C264-CCA5-48A15651926B}"/>
          </ac:spMkLst>
        </pc:spChg>
        <pc:spChg chg="mod">
          <ac:chgData name="George Hilios" userId="cba0ddda4a40a938" providerId="LiveId" clId="{F08B94BB-5A09-4454-8814-7086BAD076C8}" dt="2023-04-08T04:44:16.956" v="1921" actId="20577"/>
          <ac:spMkLst>
            <pc:docMk/>
            <pc:sldMk cId="263894717" sldId="334"/>
            <ac:spMk id="11" creationId="{CAC5FD80-5068-F5F5-6CC9-D1EDA71064B8}"/>
          </ac:spMkLst>
        </pc:spChg>
        <pc:picChg chg="add mod">
          <ac:chgData name="George Hilios" userId="cba0ddda4a40a938" providerId="LiveId" clId="{F08B94BB-5A09-4454-8814-7086BAD076C8}" dt="2023-04-08T04:42:43.015" v="1907" actId="1076"/>
          <ac:picMkLst>
            <pc:docMk/>
            <pc:sldMk cId="263894717" sldId="334"/>
            <ac:picMk id="3" creationId="{A2AB6C48-7F71-A3B3-BC37-B8BFA3AE8860}"/>
          </ac:picMkLst>
        </pc:picChg>
        <pc:picChg chg="add mod">
          <ac:chgData name="George Hilios" userId="cba0ddda4a40a938" providerId="LiveId" clId="{F08B94BB-5A09-4454-8814-7086BAD076C8}" dt="2023-04-08T04:43:26.266" v="1909" actId="1076"/>
          <ac:picMkLst>
            <pc:docMk/>
            <pc:sldMk cId="263894717" sldId="334"/>
            <ac:picMk id="8" creationId="{0CC2C91F-2073-EB5C-592E-CA6EC2374F38}"/>
          </ac:picMkLst>
        </pc:picChg>
        <pc:picChg chg="add mod">
          <ac:chgData name="George Hilios" userId="cba0ddda4a40a938" providerId="LiveId" clId="{F08B94BB-5A09-4454-8814-7086BAD076C8}" dt="2023-04-08T04:44:48.706" v="1923" actId="1076"/>
          <ac:picMkLst>
            <pc:docMk/>
            <pc:sldMk cId="263894717" sldId="334"/>
            <ac:picMk id="12" creationId="{9A27B5A4-5B45-10E9-59E0-BAB1CFA205E2}"/>
          </ac:picMkLst>
        </pc:picChg>
        <pc:picChg chg="add mod">
          <ac:chgData name="George Hilios" userId="cba0ddda4a40a938" providerId="LiveId" clId="{F08B94BB-5A09-4454-8814-7086BAD076C8}" dt="2023-04-08T04:45:25.303" v="1925" actId="1076"/>
          <ac:picMkLst>
            <pc:docMk/>
            <pc:sldMk cId="263894717" sldId="334"/>
            <ac:picMk id="14" creationId="{2FFA3CAB-6188-AB48-2D6E-56D029E190BD}"/>
          </ac:picMkLst>
        </pc:picChg>
        <pc:picChg chg="add mod">
          <ac:chgData name="George Hilios" userId="cba0ddda4a40a938" providerId="LiveId" clId="{F08B94BB-5A09-4454-8814-7086BAD076C8}" dt="2023-04-08T04:46:11.608" v="1927" actId="1076"/>
          <ac:picMkLst>
            <pc:docMk/>
            <pc:sldMk cId="263894717" sldId="334"/>
            <ac:picMk id="16" creationId="{540B1C15-C87F-C791-BC30-F233DDA3C59E}"/>
          </ac:picMkLst>
        </pc:picChg>
      </pc:sldChg>
      <pc:sldChg chg="addSp delSp modSp add mod delAnim modAnim">
        <pc:chgData name="George Hilios" userId="cba0ddda4a40a938" providerId="LiveId" clId="{F08B94BB-5A09-4454-8814-7086BAD076C8}" dt="2023-04-08T14:31:09.543" v="5564"/>
        <pc:sldMkLst>
          <pc:docMk/>
          <pc:sldMk cId="754846541" sldId="335"/>
        </pc:sldMkLst>
        <pc:spChg chg="add del mod">
          <ac:chgData name="George Hilios" userId="cba0ddda4a40a938" providerId="LiveId" clId="{F08B94BB-5A09-4454-8814-7086BAD076C8}" dt="2023-04-08T04:49:23.946" v="1964" actId="478"/>
          <ac:spMkLst>
            <pc:docMk/>
            <pc:sldMk cId="754846541" sldId="335"/>
            <ac:spMk id="7" creationId="{4AD5E8FB-BBC2-BDE5-F57D-667AF626D257}"/>
          </ac:spMkLst>
        </pc:spChg>
        <pc:spChg chg="mod">
          <ac:chgData name="George Hilios" userId="cba0ddda4a40a938" providerId="LiveId" clId="{F08B94BB-5A09-4454-8814-7086BAD076C8}" dt="2023-04-08T04:50:42.833" v="1969" actId="5793"/>
          <ac:spMkLst>
            <pc:docMk/>
            <pc:sldMk cId="754846541" sldId="335"/>
            <ac:spMk id="10" creationId="{15826961-E492-C264-CCA5-48A15651926B}"/>
          </ac:spMkLst>
        </pc:spChg>
        <pc:spChg chg="del">
          <ac:chgData name="George Hilios" userId="cba0ddda4a40a938" providerId="LiveId" clId="{F08B94BB-5A09-4454-8814-7086BAD076C8}" dt="2023-04-08T04:49:20" v="1963" actId="478"/>
          <ac:spMkLst>
            <pc:docMk/>
            <pc:sldMk cId="754846541" sldId="335"/>
            <ac:spMk id="11" creationId="{CAC5FD80-5068-F5F5-6CC9-D1EDA71064B8}"/>
          </ac:spMkLst>
        </pc:spChg>
        <pc:spChg chg="add mod">
          <ac:chgData name="George Hilios" userId="cba0ddda4a40a938" providerId="LiveId" clId="{F08B94BB-5A09-4454-8814-7086BAD076C8}" dt="2023-04-08T04:52:42.551" v="2168" actId="20577"/>
          <ac:spMkLst>
            <pc:docMk/>
            <pc:sldMk cId="754846541" sldId="335"/>
            <ac:spMk id="15" creationId="{8F830E8F-2DE9-5F31-C14E-08BC9E27603F}"/>
          </ac:spMkLst>
        </pc:spChg>
        <pc:spChg chg="add mod">
          <ac:chgData name="George Hilios" userId="cba0ddda4a40a938" providerId="LiveId" clId="{F08B94BB-5A09-4454-8814-7086BAD076C8}" dt="2023-04-08T04:54:13.315" v="2256" actId="1076"/>
          <ac:spMkLst>
            <pc:docMk/>
            <pc:sldMk cId="754846541" sldId="335"/>
            <ac:spMk id="19" creationId="{D5C0FDC9-C730-3739-31AD-43D4CDC8EFF6}"/>
          </ac:spMkLst>
        </pc:spChg>
        <pc:picChg chg="del">
          <ac:chgData name="George Hilios" userId="cba0ddda4a40a938" providerId="LiveId" clId="{F08B94BB-5A09-4454-8814-7086BAD076C8}" dt="2023-04-08T04:49:17.159" v="1962" actId="478"/>
          <ac:picMkLst>
            <pc:docMk/>
            <pc:sldMk cId="754846541" sldId="335"/>
            <ac:picMk id="3" creationId="{A2AB6C48-7F71-A3B3-BC37-B8BFA3AE8860}"/>
          </ac:picMkLst>
        </pc:picChg>
        <pc:picChg chg="del">
          <ac:chgData name="George Hilios" userId="cba0ddda4a40a938" providerId="LiveId" clId="{F08B94BB-5A09-4454-8814-7086BAD076C8}" dt="2023-04-08T04:49:17.159" v="1962" actId="478"/>
          <ac:picMkLst>
            <pc:docMk/>
            <pc:sldMk cId="754846541" sldId="335"/>
            <ac:picMk id="8" creationId="{0CC2C91F-2073-EB5C-592E-CA6EC2374F38}"/>
          </ac:picMkLst>
        </pc:picChg>
        <pc:picChg chg="del">
          <ac:chgData name="George Hilios" userId="cba0ddda4a40a938" providerId="LiveId" clId="{F08B94BB-5A09-4454-8814-7086BAD076C8}" dt="2023-04-08T04:49:17.159" v="1962" actId="478"/>
          <ac:picMkLst>
            <pc:docMk/>
            <pc:sldMk cId="754846541" sldId="335"/>
            <ac:picMk id="12" creationId="{9A27B5A4-5B45-10E9-59E0-BAB1CFA205E2}"/>
          </ac:picMkLst>
        </pc:picChg>
        <pc:picChg chg="add mod">
          <ac:chgData name="George Hilios" userId="cba0ddda4a40a938" providerId="LiveId" clId="{F08B94BB-5A09-4454-8814-7086BAD076C8}" dt="2023-04-08T04:50:49.794" v="1972" actId="1076"/>
          <ac:picMkLst>
            <pc:docMk/>
            <pc:sldMk cId="754846541" sldId="335"/>
            <ac:picMk id="13" creationId="{43134D3F-8679-FDF6-E04A-3E992F0F996B}"/>
          </ac:picMkLst>
        </pc:picChg>
        <pc:picChg chg="del">
          <ac:chgData name="George Hilios" userId="cba0ddda4a40a938" providerId="LiveId" clId="{F08B94BB-5A09-4454-8814-7086BAD076C8}" dt="2023-04-08T04:49:17.159" v="1962" actId="478"/>
          <ac:picMkLst>
            <pc:docMk/>
            <pc:sldMk cId="754846541" sldId="335"/>
            <ac:picMk id="14" creationId="{2FFA3CAB-6188-AB48-2D6E-56D029E190BD}"/>
          </ac:picMkLst>
        </pc:picChg>
        <pc:picChg chg="del">
          <ac:chgData name="George Hilios" userId="cba0ddda4a40a938" providerId="LiveId" clId="{F08B94BB-5A09-4454-8814-7086BAD076C8}" dt="2023-04-08T04:49:17.159" v="1962" actId="478"/>
          <ac:picMkLst>
            <pc:docMk/>
            <pc:sldMk cId="754846541" sldId="335"/>
            <ac:picMk id="16" creationId="{540B1C15-C87F-C791-BC30-F233DDA3C59E}"/>
          </ac:picMkLst>
        </pc:picChg>
        <pc:cxnChg chg="add mod">
          <ac:chgData name="George Hilios" userId="cba0ddda4a40a938" providerId="LiveId" clId="{F08B94BB-5A09-4454-8814-7086BAD076C8}" dt="2023-04-08T04:52:58.680" v="2170" actId="13822"/>
          <ac:cxnSpMkLst>
            <pc:docMk/>
            <pc:sldMk cId="754846541" sldId="335"/>
            <ac:cxnSpMk id="18" creationId="{ED6C528B-5A8F-5269-F1AF-B447BC043C84}"/>
          </ac:cxnSpMkLst>
        </pc:cxnChg>
      </pc:sldChg>
      <pc:sldChg chg="addSp delSp modSp add mod delAnim modAnim">
        <pc:chgData name="George Hilios" userId="cba0ddda4a40a938" providerId="LiveId" clId="{F08B94BB-5A09-4454-8814-7086BAD076C8}" dt="2023-04-08T14:31:35.662" v="5568" actId="20577"/>
        <pc:sldMkLst>
          <pc:docMk/>
          <pc:sldMk cId="3965402245" sldId="336"/>
        </pc:sldMkLst>
        <pc:spChg chg="add mod">
          <ac:chgData name="George Hilios" userId="cba0ddda4a40a938" providerId="LiveId" clId="{F08B94BB-5A09-4454-8814-7086BAD076C8}" dt="2023-04-08T14:31:35.662" v="5568" actId="20577"/>
          <ac:spMkLst>
            <pc:docMk/>
            <pc:sldMk cId="3965402245" sldId="336"/>
            <ac:spMk id="7" creationId="{5ADF0735-156F-71E0-D98E-0D98FDD1522B}"/>
          </ac:spMkLst>
        </pc:spChg>
        <pc:spChg chg="add mod">
          <ac:chgData name="George Hilios" userId="cba0ddda4a40a938" providerId="LiveId" clId="{F08B94BB-5A09-4454-8814-7086BAD076C8}" dt="2023-04-08T04:59:29.820" v="2355" actId="14100"/>
          <ac:spMkLst>
            <pc:docMk/>
            <pc:sldMk cId="3965402245" sldId="336"/>
            <ac:spMk id="8" creationId="{04B982B5-C201-B193-41F9-0D5D247BB04C}"/>
          </ac:spMkLst>
        </pc:spChg>
        <pc:spChg chg="add mod">
          <ac:chgData name="George Hilios" userId="cba0ddda4a40a938" providerId="LiveId" clId="{F08B94BB-5A09-4454-8814-7086BAD076C8}" dt="2023-04-08T05:02:45.262" v="2524" actId="20577"/>
          <ac:spMkLst>
            <pc:docMk/>
            <pc:sldMk cId="3965402245" sldId="336"/>
            <ac:spMk id="9" creationId="{21375145-0BD6-11BE-A356-46FBF202F0D3}"/>
          </ac:spMkLst>
        </pc:spChg>
        <pc:spChg chg="mod">
          <ac:chgData name="George Hilios" userId="cba0ddda4a40a938" providerId="LiveId" clId="{F08B94BB-5A09-4454-8814-7086BAD076C8}" dt="2023-04-08T04:54:57.029" v="2265" actId="20577"/>
          <ac:spMkLst>
            <pc:docMk/>
            <pc:sldMk cId="3965402245" sldId="336"/>
            <ac:spMk id="10" creationId="{15826961-E492-C264-CCA5-48A15651926B}"/>
          </ac:spMkLst>
        </pc:spChg>
        <pc:spChg chg="add mod">
          <ac:chgData name="George Hilios" userId="cba0ddda4a40a938" providerId="LiveId" clId="{F08B94BB-5A09-4454-8814-7086BAD076C8}" dt="2023-04-08T05:05:27.349" v="2558" actId="1076"/>
          <ac:spMkLst>
            <pc:docMk/>
            <pc:sldMk cId="3965402245" sldId="336"/>
            <ac:spMk id="14" creationId="{2DF58AEE-51DA-C327-5952-CD218AB5BAD8}"/>
          </ac:spMkLst>
        </pc:spChg>
        <pc:spChg chg="del">
          <ac:chgData name="George Hilios" userId="cba0ddda4a40a938" providerId="LiveId" clId="{F08B94BB-5A09-4454-8814-7086BAD076C8}" dt="2023-04-08T04:58:12.901" v="2266" actId="478"/>
          <ac:spMkLst>
            <pc:docMk/>
            <pc:sldMk cId="3965402245" sldId="336"/>
            <ac:spMk id="15" creationId="{8F830E8F-2DE9-5F31-C14E-08BC9E27603F}"/>
          </ac:spMkLst>
        </pc:spChg>
        <pc:spChg chg="del">
          <ac:chgData name="George Hilios" userId="cba0ddda4a40a938" providerId="LiveId" clId="{F08B94BB-5A09-4454-8814-7086BAD076C8}" dt="2023-04-08T04:58:12.901" v="2266" actId="478"/>
          <ac:spMkLst>
            <pc:docMk/>
            <pc:sldMk cId="3965402245" sldId="336"/>
            <ac:spMk id="19" creationId="{D5C0FDC9-C730-3739-31AD-43D4CDC8EFF6}"/>
          </ac:spMkLst>
        </pc:spChg>
        <pc:picChg chg="add mod">
          <ac:chgData name="George Hilios" userId="cba0ddda4a40a938" providerId="LiveId" clId="{F08B94BB-5A09-4454-8814-7086BAD076C8}" dt="2023-04-08T04:58:20.864" v="2269" actId="1076"/>
          <ac:picMkLst>
            <pc:docMk/>
            <pc:sldMk cId="3965402245" sldId="336"/>
            <ac:picMk id="3" creationId="{56783A8F-536F-6996-34DF-BFCAB0044412}"/>
          </ac:picMkLst>
        </pc:picChg>
        <pc:picChg chg="add mod">
          <ac:chgData name="George Hilios" userId="cba0ddda4a40a938" providerId="LiveId" clId="{F08B94BB-5A09-4454-8814-7086BAD076C8}" dt="2023-04-08T05:05:30.766" v="2559" actId="1076"/>
          <ac:picMkLst>
            <pc:docMk/>
            <pc:sldMk cId="3965402245" sldId="336"/>
            <ac:picMk id="12" creationId="{F4EF8957-679E-C44B-FCCD-847D7CF88041}"/>
          </ac:picMkLst>
        </pc:picChg>
        <pc:picChg chg="del">
          <ac:chgData name="George Hilios" userId="cba0ddda4a40a938" providerId="LiveId" clId="{F08B94BB-5A09-4454-8814-7086BAD076C8}" dt="2023-04-08T04:58:12.901" v="2266" actId="478"/>
          <ac:picMkLst>
            <pc:docMk/>
            <pc:sldMk cId="3965402245" sldId="336"/>
            <ac:picMk id="13" creationId="{43134D3F-8679-FDF6-E04A-3E992F0F996B}"/>
          </ac:picMkLst>
        </pc:picChg>
        <pc:cxnChg chg="del">
          <ac:chgData name="George Hilios" userId="cba0ddda4a40a938" providerId="LiveId" clId="{F08B94BB-5A09-4454-8814-7086BAD076C8}" dt="2023-04-08T04:58:16.331" v="2267" actId="478"/>
          <ac:cxnSpMkLst>
            <pc:docMk/>
            <pc:sldMk cId="3965402245" sldId="336"/>
            <ac:cxnSpMk id="18" creationId="{ED6C528B-5A8F-5269-F1AF-B447BC043C84}"/>
          </ac:cxnSpMkLst>
        </pc:cxnChg>
      </pc:sldChg>
      <pc:sldChg chg="addSp delSp modSp add mod ord delAnim modAnim">
        <pc:chgData name="George Hilios" userId="cba0ddda4a40a938" providerId="LiveId" clId="{F08B94BB-5A09-4454-8814-7086BAD076C8}" dt="2023-04-08T05:30:15.399" v="2710" actId="1076"/>
        <pc:sldMkLst>
          <pc:docMk/>
          <pc:sldMk cId="262649605" sldId="337"/>
        </pc:sldMkLst>
        <pc:spChg chg="mod">
          <ac:chgData name="George Hilios" userId="cba0ddda4a40a938" providerId="LiveId" clId="{F08B94BB-5A09-4454-8814-7086BAD076C8}" dt="2023-04-08T05:09:10.931" v="2584" actId="1076"/>
          <ac:spMkLst>
            <pc:docMk/>
            <pc:sldMk cId="262649605" sldId="337"/>
            <ac:spMk id="6" creationId="{C572F65C-6C78-197C-25EA-239A25961998}"/>
          </ac:spMkLst>
        </pc:spChg>
        <pc:spChg chg="del">
          <ac:chgData name="George Hilios" userId="cba0ddda4a40a938" providerId="LiveId" clId="{F08B94BB-5A09-4454-8814-7086BAD076C8}" dt="2023-04-08T05:09:16.310" v="2585" actId="478"/>
          <ac:spMkLst>
            <pc:docMk/>
            <pc:sldMk cId="262649605" sldId="337"/>
            <ac:spMk id="7" creationId="{5ADF0735-156F-71E0-D98E-0D98FDD1522B}"/>
          </ac:spMkLst>
        </pc:spChg>
        <pc:spChg chg="del">
          <ac:chgData name="George Hilios" userId="cba0ddda4a40a938" providerId="LiveId" clId="{F08B94BB-5A09-4454-8814-7086BAD076C8}" dt="2023-04-08T05:09:16.310" v="2585" actId="478"/>
          <ac:spMkLst>
            <pc:docMk/>
            <pc:sldMk cId="262649605" sldId="337"/>
            <ac:spMk id="8" creationId="{04B982B5-C201-B193-41F9-0D5D247BB04C}"/>
          </ac:spMkLst>
        </pc:spChg>
        <pc:spChg chg="del">
          <ac:chgData name="George Hilios" userId="cba0ddda4a40a938" providerId="LiveId" clId="{F08B94BB-5A09-4454-8814-7086BAD076C8}" dt="2023-04-08T05:09:16.310" v="2585" actId="478"/>
          <ac:spMkLst>
            <pc:docMk/>
            <pc:sldMk cId="262649605" sldId="337"/>
            <ac:spMk id="9" creationId="{21375145-0BD6-11BE-A356-46FBF202F0D3}"/>
          </ac:spMkLst>
        </pc:spChg>
        <pc:spChg chg="mod">
          <ac:chgData name="George Hilios" userId="cba0ddda4a40a938" providerId="LiveId" clId="{F08B94BB-5A09-4454-8814-7086BAD076C8}" dt="2023-04-08T05:09:06.623" v="2582" actId="20577"/>
          <ac:spMkLst>
            <pc:docMk/>
            <pc:sldMk cId="262649605" sldId="337"/>
            <ac:spMk id="10" creationId="{15826961-E492-C264-CCA5-48A15651926B}"/>
          </ac:spMkLst>
        </pc:spChg>
        <pc:spChg chg="del">
          <ac:chgData name="George Hilios" userId="cba0ddda4a40a938" providerId="LiveId" clId="{F08B94BB-5A09-4454-8814-7086BAD076C8}" dt="2023-04-08T05:09:16.310" v="2585" actId="478"/>
          <ac:spMkLst>
            <pc:docMk/>
            <pc:sldMk cId="262649605" sldId="337"/>
            <ac:spMk id="14" creationId="{2DF58AEE-51DA-C327-5952-CD218AB5BAD8}"/>
          </ac:spMkLst>
        </pc:spChg>
        <pc:spChg chg="add mod">
          <ac:chgData name="George Hilios" userId="cba0ddda4a40a938" providerId="LiveId" clId="{F08B94BB-5A09-4454-8814-7086BAD076C8}" dt="2023-04-08T05:12:02.164" v="2622" actId="20577"/>
          <ac:spMkLst>
            <pc:docMk/>
            <pc:sldMk cId="262649605" sldId="337"/>
            <ac:spMk id="16" creationId="{3F8BC19F-4CEC-FF7F-2EFC-92F4F0C58B01}"/>
          </ac:spMkLst>
        </pc:spChg>
        <pc:spChg chg="add mod">
          <ac:chgData name="George Hilios" userId="cba0ddda4a40a938" providerId="LiveId" clId="{F08B94BB-5A09-4454-8814-7086BAD076C8}" dt="2023-04-08T05:12:23.096" v="2642" actId="20577"/>
          <ac:spMkLst>
            <pc:docMk/>
            <pc:sldMk cId="262649605" sldId="337"/>
            <ac:spMk id="17" creationId="{A4D15ECE-D0D0-4FBF-6A01-C4F74A57105D}"/>
          </ac:spMkLst>
        </pc:spChg>
        <pc:spChg chg="add mod">
          <ac:chgData name="George Hilios" userId="cba0ddda4a40a938" providerId="LiveId" clId="{F08B94BB-5A09-4454-8814-7086BAD076C8}" dt="2023-04-08T05:12:35.471" v="2659" actId="20577"/>
          <ac:spMkLst>
            <pc:docMk/>
            <pc:sldMk cId="262649605" sldId="337"/>
            <ac:spMk id="18" creationId="{08343514-E377-FBC3-F2A1-43A300937591}"/>
          </ac:spMkLst>
        </pc:spChg>
        <pc:picChg chg="del">
          <ac:chgData name="George Hilios" userId="cba0ddda4a40a938" providerId="LiveId" clId="{F08B94BB-5A09-4454-8814-7086BAD076C8}" dt="2023-04-08T05:09:16.310" v="2585" actId="478"/>
          <ac:picMkLst>
            <pc:docMk/>
            <pc:sldMk cId="262649605" sldId="337"/>
            <ac:picMk id="3" creationId="{56783A8F-536F-6996-34DF-BFCAB0044412}"/>
          </ac:picMkLst>
        </pc:picChg>
        <pc:picChg chg="add del mod">
          <ac:chgData name="George Hilios" userId="cba0ddda4a40a938" providerId="LiveId" clId="{F08B94BB-5A09-4454-8814-7086BAD076C8}" dt="2023-04-08T05:11:35.194" v="2588" actId="478"/>
          <ac:picMkLst>
            <pc:docMk/>
            <pc:sldMk cId="262649605" sldId="337"/>
            <ac:picMk id="11" creationId="{352336EE-1720-D588-A89F-C2151044E1A1}"/>
          </ac:picMkLst>
        </pc:picChg>
        <pc:picChg chg="del">
          <ac:chgData name="George Hilios" userId="cba0ddda4a40a938" providerId="LiveId" clId="{F08B94BB-5A09-4454-8814-7086BAD076C8}" dt="2023-04-08T05:09:16.310" v="2585" actId="478"/>
          <ac:picMkLst>
            <pc:docMk/>
            <pc:sldMk cId="262649605" sldId="337"/>
            <ac:picMk id="12" creationId="{F4EF8957-679E-C44B-FCCD-847D7CF88041}"/>
          </ac:picMkLst>
        </pc:picChg>
        <pc:picChg chg="add mod">
          <ac:chgData name="George Hilios" userId="cba0ddda4a40a938" providerId="LiveId" clId="{F08B94BB-5A09-4454-8814-7086BAD076C8}" dt="2023-04-08T05:11:39.293" v="2590" actId="1076"/>
          <ac:picMkLst>
            <pc:docMk/>
            <pc:sldMk cId="262649605" sldId="337"/>
            <ac:picMk id="15" creationId="{E7261188-2B94-9A1E-954E-001A033F65DD}"/>
          </ac:picMkLst>
        </pc:picChg>
        <pc:picChg chg="add mod">
          <ac:chgData name="George Hilios" userId="cba0ddda4a40a938" providerId="LiveId" clId="{F08B94BB-5A09-4454-8814-7086BAD076C8}" dt="2023-04-08T05:30:15.399" v="2710" actId="1076"/>
          <ac:picMkLst>
            <pc:docMk/>
            <pc:sldMk cId="262649605" sldId="337"/>
            <ac:picMk id="30" creationId="{201FD64E-3F71-D687-DB90-46A3FCEE4692}"/>
          </ac:picMkLst>
        </pc:picChg>
        <pc:cxnChg chg="add del mod">
          <ac:chgData name="George Hilios" userId="cba0ddda4a40a938" providerId="LiveId" clId="{F08B94BB-5A09-4454-8814-7086BAD076C8}" dt="2023-04-08T05:13:06.695" v="2664" actId="478"/>
          <ac:cxnSpMkLst>
            <pc:docMk/>
            <pc:sldMk cId="262649605" sldId="337"/>
            <ac:cxnSpMk id="20" creationId="{8DAD393E-6838-435A-F5BC-BD078844185C}"/>
          </ac:cxnSpMkLst>
        </pc:cxnChg>
        <pc:cxnChg chg="add del mod">
          <ac:chgData name="George Hilios" userId="cba0ddda4a40a938" providerId="LiveId" clId="{F08B94BB-5A09-4454-8814-7086BAD076C8}" dt="2023-04-08T05:13:03.801" v="2663" actId="11529"/>
          <ac:cxnSpMkLst>
            <pc:docMk/>
            <pc:sldMk cId="262649605" sldId="337"/>
            <ac:cxnSpMk id="22" creationId="{20152139-C587-031F-B9A0-57A9ED1DA42F}"/>
          </ac:cxnSpMkLst>
        </pc:cxnChg>
        <pc:cxnChg chg="add mod">
          <ac:chgData name="George Hilios" userId="cba0ddda4a40a938" providerId="LiveId" clId="{F08B94BB-5A09-4454-8814-7086BAD076C8}" dt="2023-04-08T05:13:44.469" v="2670" actId="13822"/>
          <ac:cxnSpMkLst>
            <pc:docMk/>
            <pc:sldMk cId="262649605" sldId="337"/>
            <ac:cxnSpMk id="24" creationId="{C695A3CB-D6E6-C00A-4E1F-2E50FE0E22A9}"/>
          </ac:cxnSpMkLst>
        </pc:cxnChg>
        <pc:cxnChg chg="add mod">
          <ac:chgData name="George Hilios" userId="cba0ddda4a40a938" providerId="LiveId" clId="{F08B94BB-5A09-4454-8814-7086BAD076C8}" dt="2023-04-08T05:13:42.058" v="2669" actId="13822"/>
          <ac:cxnSpMkLst>
            <pc:docMk/>
            <pc:sldMk cId="262649605" sldId="337"/>
            <ac:cxnSpMk id="26" creationId="{A26BA2EA-6179-A533-9963-70DCF602D36D}"/>
          </ac:cxnSpMkLst>
        </pc:cxnChg>
        <pc:cxnChg chg="add mod">
          <ac:chgData name="George Hilios" userId="cba0ddda4a40a938" providerId="LiveId" clId="{F08B94BB-5A09-4454-8814-7086BAD076C8}" dt="2023-04-08T05:13:39.317" v="2668" actId="13822"/>
          <ac:cxnSpMkLst>
            <pc:docMk/>
            <pc:sldMk cId="262649605" sldId="337"/>
            <ac:cxnSpMk id="28" creationId="{AF713A51-BAF9-90DD-0876-11172A28F24A}"/>
          </ac:cxnSpMkLst>
        </pc:cxnChg>
      </pc:sldChg>
      <pc:sldChg chg="addSp delSp modSp add mod delAnim modAnim">
        <pc:chgData name="George Hilios" userId="cba0ddda4a40a938" providerId="LiveId" clId="{F08B94BB-5A09-4454-8814-7086BAD076C8}" dt="2023-04-08T05:49:25.222" v="2997"/>
        <pc:sldMkLst>
          <pc:docMk/>
          <pc:sldMk cId="3738784678" sldId="338"/>
        </pc:sldMkLst>
        <pc:spChg chg="mod">
          <ac:chgData name="George Hilios" userId="cba0ddda4a40a938" providerId="LiveId" clId="{F08B94BB-5A09-4454-8814-7086BAD076C8}" dt="2023-04-08T05:30:47.092" v="2723" actId="20577"/>
          <ac:spMkLst>
            <pc:docMk/>
            <pc:sldMk cId="3738784678" sldId="338"/>
            <ac:spMk id="10" creationId="{15826961-E492-C264-CCA5-48A15651926B}"/>
          </ac:spMkLst>
        </pc:spChg>
        <pc:spChg chg="del">
          <ac:chgData name="George Hilios" userId="cba0ddda4a40a938" providerId="LiveId" clId="{F08B94BB-5A09-4454-8814-7086BAD076C8}" dt="2023-04-08T05:14:52.324" v="2705" actId="478"/>
          <ac:spMkLst>
            <pc:docMk/>
            <pc:sldMk cId="3738784678" sldId="338"/>
            <ac:spMk id="16" creationId="{3F8BC19F-4CEC-FF7F-2EFC-92F4F0C58B01}"/>
          </ac:spMkLst>
        </pc:spChg>
        <pc:spChg chg="del">
          <ac:chgData name="George Hilios" userId="cba0ddda4a40a938" providerId="LiveId" clId="{F08B94BB-5A09-4454-8814-7086BAD076C8}" dt="2023-04-08T05:14:52.324" v="2705" actId="478"/>
          <ac:spMkLst>
            <pc:docMk/>
            <pc:sldMk cId="3738784678" sldId="338"/>
            <ac:spMk id="17" creationId="{A4D15ECE-D0D0-4FBF-6A01-C4F74A57105D}"/>
          </ac:spMkLst>
        </pc:spChg>
        <pc:spChg chg="del">
          <ac:chgData name="George Hilios" userId="cba0ddda4a40a938" providerId="LiveId" clId="{F08B94BB-5A09-4454-8814-7086BAD076C8}" dt="2023-04-08T05:14:52.324" v="2705" actId="478"/>
          <ac:spMkLst>
            <pc:docMk/>
            <pc:sldMk cId="3738784678" sldId="338"/>
            <ac:spMk id="18" creationId="{08343514-E377-FBC3-F2A1-43A300937591}"/>
          </ac:spMkLst>
        </pc:spChg>
        <pc:picChg chg="add mod">
          <ac:chgData name="George Hilios" userId="cba0ddda4a40a938" providerId="LiveId" clId="{F08B94BB-5A09-4454-8814-7086BAD076C8}" dt="2023-04-08T05:31:20.872" v="2726" actId="1076"/>
          <ac:picMkLst>
            <pc:docMk/>
            <pc:sldMk cId="3738784678" sldId="338"/>
            <ac:picMk id="3" creationId="{D88E3A2B-1219-FAAA-DF37-C20FABB8F34A}"/>
          </ac:picMkLst>
        </pc:picChg>
        <pc:picChg chg="add mod">
          <ac:chgData name="George Hilios" userId="cba0ddda4a40a938" providerId="LiveId" clId="{F08B94BB-5A09-4454-8814-7086BAD076C8}" dt="2023-04-08T05:33:33.323" v="2728" actId="1076"/>
          <ac:picMkLst>
            <pc:docMk/>
            <pc:sldMk cId="3738784678" sldId="338"/>
            <ac:picMk id="8" creationId="{F5470F63-A9CD-79DB-B2A3-338D4D4F11AD}"/>
          </ac:picMkLst>
        </pc:picChg>
        <pc:picChg chg="add mod">
          <ac:chgData name="George Hilios" userId="cba0ddda4a40a938" providerId="LiveId" clId="{F08B94BB-5A09-4454-8814-7086BAD076C8}" dt="2023-04-08T05:34:46.564" v="2731" actId="1076"/>
          <ac:picMkLst>
            <pc:docMk/>
            <pc:sldMk cId="3738784678" sldId="338"/>
            <ac:picMk id="13" creationId="{9A54547E-B92D-6FD4-4FBC-D4E8D653A53C}"/>
          </ac:picMkLst>
        </pc:picChg>
        <pc:picChg chg="del">
          <ac:chgData name="George Hilios" userId="cba0ddda4a40a938" providerId="LiveId" clId="{F08B94BB-5A09-4454-8814-7086BAD076C8}" dt="2023-04-08T05:14:52.324" v="2705" actId="478"/>
          <ac:picMkLst>
            <pc:docMk/>
            <pc:sldMk cId="3738784678" sldId="338"/>
            <ac:picMk id="15" creationId="{E7261188-2B94-9A1E-954E-001A033F65DD}"/>
          </ac:picMkLst>
        </pc:picChg>
        <pc:cxnChg chg="add">
          <ac:chgData name="George Hilios" userId="cba0ddda4a40a938" providerId="LiveId" clId="{F08B94BB-5A09-4454-8814-7086BAD076C8}" dt="2023-04-08T05:33:48.432" v="2729" actId="11529"/>
          <ac:cxnSpMkLst>
            <pc:docMk/>
            <pc:sldMk cId="3738784678" sldId="338"/>
            <ac:cxnSpMk id="11" creationId="{5B4082FD-3537-E17F-4B27-270E174BA958}"/>
          </ac:cxnSpMkLst>
        </pc:cxnChg>
        <pc:cxnChg chg="add">
          <ac:chgData name="George Hilios" userId="cba0ddda4a40a938" providerId="LiveId" clId="{F08B94BB-5A09-4454-8814-7086BAD076C8}" dt="2023-04-08T05:34:59.855" v="2732" actId="11529"/>
          <ac:cxnSpMkLst>
            <pc:docMk/>
            <pc:sldMk cId="3738784678" sldId="338"/>
            <ac:cxnSpMk id="19" creationId="{004D20A9-400E-BD22-B4C8-300CE31E9465}"/>
          </ac:cxnSpMkLst>
        </pc:cxnChg>
        <pc:cxnChg chg="del mod">
          <ac:chgData name="George Hilios" userId="cba0ddda4a40a938" providerId="LiveId" clId="{F08B94BB-5A09-4454-8814-7086BAD076C8}" dt="2023-04-08T05:14:48.211" v="2704" actId="478"/>
          <ac:cxnSpMkLst>
            <pc:docMk/>
            <pc:sldMk cId="3738784678" sldId="338"/>
            <ac:cxnSpMk id="24" creationId="{C695A3CB-D6E6-C00A-4E1F-2E50FE0E22A9}"/>
          </ac:cxnSpMkLst>
        </pc:cxnChg>
        <pc:cxnChg chg="del mod">
          <ac:chgData name="George Hilios" userId="cba0ddda4a40a938" providerId="LiveId" clId="{F08B94BB-5A09-4454-8814-7086BAD076C8}" dt="2023-04-08T05:14:48.211" v="2704" actId="478"/>
          <ac:cxnSpMkLst>
            <pc:docMk/>
            <pc:sldMk cId="3738784678" sldId="338"/>
            <ac:cxnSpMk id="26" creationId="{A26BA2EA-6179-A533-9963-70DCF602D36D}"/>
          </ac:cxnSpMkLst>
        </pc:cxnChg>
        <pc:cxnChg chg="del mod">
          <ac:chgData name="George Hilios" userId="cba0ddda4a40a938" providerId="LiveId" clId="{F08B94BB-5A09-4454-8814-7086BAD076C8}" dt="2023-04-08T05:14:54.891" v="2706" actId="478"/>
          <ac:cxnSpMkLst>
            <pc:docMk/>
            <pc:sldMk cId="3738784678" sldId="338"/>
            <ac:cxnSpMk id="28" creationId="{AF713A51-BAF9-90DD-0876-11172A28F24A}"/>
          </ac:cxnSpMkLst>
        </pc:cxnChg>
      </pc:sldChg>
      <pc:sldChg chg="addSp delSp modSp add mod modAnim">
        <pc:chgData name="George Hilios" userId="cba0ddda4a40a938" providerId="LiveId" clId="{F08B94BB-5A09-4454-8814-7086BAD076C8}" dt="2023-04-08T05:42:42.788" v="2968"/>
        <pc:sldMkLst>
          <pc:docMk/>
          <pc:sldMk cId="2519393842" sldId="339"/>
        </pc:sldMkLst>
        <pc:spChg chg="add mod">
          <ac:chgData name="George Hilios" userId="cba0ddda4a40a938" providerId="LiveId" clId="{F08B94BB-5A09-4454-8814-7086BAD076C8}" dt="2023-04-08T05:37:11.628" v="2808" actId="20577"/>
          <ac:spMkLst>
            <pc:docMk/>
            <pc:sldMk cId="2519393842" sldId="339"/>
            <ac:spMk id="9" creationId="{4A921C4D-6DF7-A637-1957-4AF669500D18}"/>
          </ac:spMkLst>
        </pc:spChg>
        <pc:spChg chg="mod">
          <ac:chgData name="George Hilios" userId="cba0ddda4a40a938" providerId="LiveId" clId="{F08B94BB-5A09-4454-8814-7086BAD076C8}" dt="2023-04-08T05:36:02.955" v="2788" actId="20577"/>
          <ac:spMkLst>
            <pc:docMk/>
            <pc:sldMk cId="2519393842" sldId="339"/>
            <ac:spMk id="10" creationId="{15826961-E492-C264-CCA5-48A15651926B}"/>
          </ac:spMkLst>
        </pc:spChg>
        <pc:spChg chg="add mod">
          <ac:chgData name="George Hilios" userId="cba0ddda4a40a938" providerId="LiveId" clId="{F08B94BB-5A09-4454-8814-7086BAD076C8}" dt="2023-04-08T05:38:12.426" v="2879" actId="20577"/>
          <ac:spMkLst>
            <pc:docMk/>
            <pc:sldMk cId="2519393842" sldId="339"/>
            <ac:spMk id="17" creationId="{CE00E2B9-183A-0854-AFAD-BBE5D7278F51}"/>
          </ac:spMkLst>
        </pc:spChg>
        <pc:spChg chg="add mod">
          <ac:chgData name="George Hilios" userId="cba0ddda4a40a938" providerId="LiveId" clId="{F08B94BB-5A09-4454-8814-7086BAD076C8}" dt="2023-04-08T05:41:02.478" v="2914" actId="1076"/>
          <ac:spMkLst>
            <pc:docMk/>
            <pc:sldMk cId="2519393842" sldId="339"/>
            <ac:spMk id="23" creationId="{C6F93DFB-C684-0F82-2081-BCE24AE741CD}"/>
          </ac:spMkLst>
        </pc:spChg>
        <pc:spChg chg="add mod">
          <ac:chgData name="George Hilios" userId="cba0ddda4a40a938" providerId="LiveId" clId="{F08B94BB-5A09-4454-8814-7086BAD076C8}" dt="2023-04-08T05:41:39.274" v="2961" actId="20577"/>
          <ac:spMkLst>
            <pc:docMk/>
            <pc:sldMk cId="2519393842" sldId="339"/>
            <ac:spMk id="27" creationId="{34B24431-C110-3B87-903F-785FA92605D6}"/>
          </ac:spMkLst>
        </pc:spChg>
        <pc:picChg chg="del">
          <ac:chgData name="George Hilios" userId="cba0ddda4a40a938" providerId="LiveId" clId="{F08B94BB-5A09-4454-8814-7086BAD076C8}" dt="2023-04-08T05:35:45.930" v="2752" actId="478"/>
          <ac:picMkLst>
            <pc:docMk/>
            <pc:sldMk cId="2519393842" sldId="339"/>
            <ac:picMk id="3" creationId="{D88E3A2B-1219-FAAA-DF37-C20FABB8F34A}"/>
          </ac:picMkLst>
        </pc:picChg>
        <pc:picChg chg="add mod">
          <ac:chgData name="George Hilios" userId="cba0ddda4a40a938" providerId="LiveId" clId="{F08B94BB-5A09-4454-8814-7086BAD076C8}" dt="2023-04-08T05:36:56.313" v="2790" actId="1076"/>
          <ac:picMkLst>
            <pc:docMk/>
            <pc:sldMk cId="2519393842" sldId="339"/>
            <ac:picMk id="7" creationId="{7CF554DA-9AA9-1280-1ED7-04063C003F04}"/>
          </ac:picMkLst>
        </pc:picChg>
        <pc:picChg chg="del">
          <ac:chgData name="George Hilios" userId="cba0ddda4a40a938" providerId="LiveId" clId="{F08B94BB-5A09-4454-8814-7086BAD076C8}" dt="2023-04-08T05:35:39.560" v="2750" actId="478"/>
          <ac:picMkLst>
            <pc:docMk/>
            <pc:sldMk cId="2519393842" sldId="339"/>
            <ac:picMk id="8" creationId="{F5470F63-A9CD-79DB-B2A3-338D4D4F11AD}"/>
          </ac:picMkLst>
        </pc:picChg>
        <pc:picChg chg="del">
          <ac:chgData name="George Hilios" userId="cba0ddda4a40a938" providerId="LiveId" clId="{F08B94BB-5A09-4454-8814-7086BAD076C8}" dt="2023-04-08T05:35:41.640" v="2751" actId="478"/>
          <ac:picMkLst>
            <pc:docMk/>
            <pc:sldMk cId="2519393842" sldId="339"/>
            <ac:picMk id="13" creationId="{9A54547E-B92D-6FD4-4FBC-D4E8D653A53C}"/>
          </ac:picMkLst>
        </pc:picChg>
        <pc:picChg chg="add del">
          <ac:chgData name="George Hilios" userId="cba0ddda4a40a938" providerId="LiveId" clId="{F08B94BB-5A09-4454-8814-7086BAD076C8}" dt="2023-04-08T05:37:49.757" v="2812" actId="22"/>
          <ac:picMkLst>
            <pc:docMk/>
            <pc:sldMk cId="2519393842" sldId="339"/>
            <ac:picMk id="16" creationId="{1B33E2E9-155D-7299-96CB-C14495F31849}"/>
          </ac:picMkLst>
        </pc:picChg>
        <pc:cxnChg chg="del mod">
          <ac:chgData name="George Hilios" userId="cba0ddda4a40a938" providerId="LiveId" clId="{F08B94BB-5A09-4454-8814-7086BAD076C8}" dt="2023-04-08T05:35:53.016" v="2767" actId="478"/>
          <ac:cxnSpMkLst>
            <pc:docMk/>
            <pc:sldMk cId="2519393842" sldId="339"/>
            <ac:cxnSpMk id="11" creationId="{5B4082FD-3537-E17F-4B27-270E174BA958}"/>
          </ac:cxnSpMkLst>
        </pc:cxnChg>
        <pc:cxnChg chg="add mod">
          <ac:chgData name="George Hilios" userId="cba0ddda4a40a938" providerId="LiveId" clId="{F08B94BB-5A09-4454-8814-7086BAD076C8}" dt="2023-04-08T05:37:30.968" v="2810" actId="13822"/>
          <ac:cxnSpMkLst>
            <pc:docMk/>
            <pc:sldMk cId="2519393842" sldId="339"/>
            <ac:cxnSpMk id="14" creationId="{936B1C0D-2BAE-6233-6DB7-E1C303B5D574}"/>
          </ac:cxnSpMkLst>
        </pc:cxnChg>
        <pc:cxnChg chg="del">
          <ac:chgData name="George Hilios" userId="cba0ddda4a40a938" providerId="LiveId" clId="{F08B94BB-5A09-4454-8814-7086BAD076C8}" dt="2023-04-08T05:35:55.499" v="2768" actId="478"/>
          <ac:cxnSpMkLst>
            <pc:docMk/>
            <pc:sldMk cId="2519393842" sldId="339"/>
            <ac:cxnSpMk id="19" creationId="{004D20A9-400E-BD22-B4C8-300CE31E9465}"/>
          </ac:cxnSpMkLst>
        </pc:cxnChg>
        <pc:cxnChg chg="add mod">
          <ac:chgData name="George Hilios" userId="cba0ddda4a40a938" providerId="LiveId" clId="{F08B94BB-5A09-4454-8814-7086BAD076C8}" dt="2023-04-08T05:38:34.290" v="2881" actId="13822"/>
          <ac:cxnSpMkLst>
            <pc:docMk/>
            <pc:sldMk cId="2519393842" sldId="339"/>
            <ac:cxnSpMk id="20" creationId="{2E3F3341-742D-8396-5D62-50C44930FE64}"/>
          </ac:cxnSpMkLst>
        </pc:cxnChg>
        <pc:cxnChg chg="add mod">
          <ac:chgData name="George Hilios" userId="cba0ddda4a40a938" providerId="LiveId" clId="{F08B94BB-5A09-4454-8814-7086BAD076C8}" dt="2023-04-08T05:38:44.263" v="2883" actId="13822"/>
          <ac:cxnSpMkLst>
            <pc:docMk/>
            <pc:sldMk cId="2519393842" sldId="339"/>
            <ac:cxnSpMk id="22" creationId="{9948289E-99BD-29E5-9149-63A196A8D4BB}"/>
          </ac:cxnSpMkLst>
        </pc:cxnChg>
        <pc:cxnChg chg="add mod">
          <ac:chgData name="George Hilios" userId="cba0ddda4a40a938" providerId="LiveId" clId="{F08B94BB-5A09-4454-8814-7086BAD076C8}" dt="2023-04-08T05:41:08.846" v="2915" actId="14100"/>
          <ac:cxnSpMkLst>
            <pc:docMk/>
            <pc:sldMk cId="2519393842" sldId="339"/>
            <ac:cxnSpMk id="25" creationId="{6A66EC18-71AF-77DC-8B8B-89AFABFEFDCA}"/>
          </ac:cxnSpMkLst>
        </pc:cxnChg>
        <pc:cxnChg chg="add mod">
          <ac:chgData name="George Hilios" userId="cba0ddda4a40a938" providerId="LiveId" clId="{F08B94BB-5A09-4454-8814-7086BAD076C8}" dt="2023-04-08T05:42:15.941" v="2964" actId="14100"/>
          <ac:cxnSpMkLst>
            <pc:docMk/>
            <pc:sldMk cId="2519393842" sldId="339"/>
            <ac:cxnSpMk id="29" creationId="{5847CA80-67AA-A9D8-3D12-5DC557BA1CD4}"/>
          </ac:cxnSpMkLst>
        </pc:cxnChg>
      </pc:sldChg>
      <pc:sldChg chg="addSp delSp modSp add mod ord delAnim">
        <pc:chgData name="George Hilios" userId="cba0ddda4a40a938" providerId="LiveId" clId="{F08B94BB-5A09-4454-8814-7086BAD076C8}" dt="2023-04-08T05:44:45.064" v="2995" actId="1076"/>
        <pc:sldMkLst>
          <pc:docMk/>
          <pc:sldMk cId="832322887" sldId="340"/>
        </pc:sldMkLst>
        <pc:spChg chg="add mod">
          <ac:chgData name="George Hilios" userId="cba0ddda4a40a938" providerId="LiveId" clId="{F08B94BB-5A09-4454-8814-7086BAD076C8}" dt="2023-04-08T05:44:08.227" v="2987" actId="207"/>
          <ac:spMkLst>
            <pc:docMk/>
            <pc:sldMk cId="832322887" sldId="340"/>
            <ac:spMk id="7" creationId="{FE9BD430-4413-DF69-2BDB-C3337B175930}"/>
          </ac:spMkLst>
        </pc:spChg>
        <pc:spChg chg="add mod">
          <ac:chgData name="George Hilios" userId="cba0ddda4a40a938" providerId="LiveId" clId="{F08B94BB-5A09-4454-8814-7086BAD076C8}" dt="2023-04-08T05:44:45.064" v="2995" actId="1076"/>
          <ac:spMkLst>
            <pc:docMk/>
            <pc:sldMk cId="832322887" sldId="340"/>
            <ac:spMk id="8" creationId="{9E4C0FBE-8E01-0C17-E772-EDE8EB599C9B}"/>
          </ac:spMkLst>
        </pc:spChg>
        <pc:spChg chg="add mod">
          <ac:chgData name="George Hilios" userId="cba0ddda4a40a938" providerId="LiveId" clId="{F08B94BB-5A09-4454-8814-7086BAD076C8}" dt="2023-04-08T05:44:30.460" v="2992" actId="1076"/>
          <ac:spMkLst>
            <pc:docMk/>
            <pc:sldMk cId="832322887" sldId="340"/>
            <ac:spMk id="9" creationId="{F21E6950-392B-494C-F694-2F3A1B8503AC}"/>
          </ac:spMkLst>
        </pc:spChg>
        <pc:spChg chg="mod">
          <ac:chgData name="George Hilios" userId="cba0ddda4a40a938" providerId="LiveId" clId="{F08B94BB-5A09-4454-8814-7086BAD076C8}" dt="2023-04-08T05:43:03.185" v="2978" actId="20577"/>
          <ac:spMkLst>
            <pc:docMk/>
            <pc:sldMk cId="832322887" sldId="340"/>
            <ac:spMk id="10" creationId="{15826961-E492-C264-CCA5-48A15651926B}"/>
          </ac:spMkLst>
        </pc:spChg>
        <pc:spChg chg="del">
          <ac:chgData name="George Hilios" userId="cba0ddda4a40a938" providerId="LiveId" clId="{F08B94BB-5A09-4454-8814-7086BAD076C8}" dt="2023-04-08T05:43:17.194" v="2979" actId="478"/>
          <ac:spMkLst>
            <pc:docMk/>
            <pc:sldMk cId="832322887" sldId="340"/>
            <ac:spMk id="16" creationId="{3F8BC19F-4CEC-FF7F-2EFC-92F4F0C58B01}"/>
          </ac:spMkLst>
        </pc:spChg>
        <pc:spChg chg="del">
          <ac:chgData name="George Hilios" userId="cba0ddda4a40a938" providerId="LiveId" clId="{F08B94BB-5A09-4454-8814-7086BAD076C8}" dt="2023-04-08T05:43:17.194" v="2979" actId="478"/>
          <ac:spMkLst>
            <pc:docMk/>
            <pc:sldMk cId="832322887" sldId="340"/>
            <ac:spMk id="17" creationId="{A4D15ECE-D0D0-4FBF-6A01-C4F74A57105D}"/>
          </ac:spMkLst>
        </pc:spChg>
        <pc:spChg chg="del">
          <ac:chgData name="George Hilios" userId="cba0ddda4a40a938" providerId="LiveId" clId="{F08B94BB-5A09-4454-8814-7086BAD076C8}" dt="2023-04-08T05:43:17.194" v="2979" actId="478"/>
          <ac:spMkLst>
            <pc:docMk/>
            <pc:sldMk cId="832322887" sldId="340"/>
            <ac:spMk id="18" creationId="{08343514-E377-FBC3-F2A1-43A300937591}"/>
          </ac:spMkLst>
        </pc:spChg>
        <pc:picChg chg="add mod">
          <ac:chgData name="George Hilios" userId="cba0ddda4a40a938" providerId="LiveId" clId="{F08B94BB-5A09-4454-8814-7086BAD076C8}" dt="2023-04-08T05:44:37.617" v="2994" actId="1076"/>
          <ac:picMkLst>
            <pc:docMk/>
            <pc:sldMk cId="832322887" sldId="340"/>
            <ac:picMk id="3" creationId="{D767C26B-813F-CD70-76BD-FADE8B05866F}"/>
          </ac:picMkLst>
        </pc:picChg>
        <pc:picChg chg="del">
          <ac:chgData name="George Hilios" userId="cba0ddda4a40a938" providerId="LiveId" clId="{F08B94BB-5A09-4454-8814-7086BAD076C8}" dt="2023-04-08T05:43:21.607" v="2981" actId="478"/>
          <ac:picMkLst>
            <pc:docMk/>
            <pc:sldMk cId="832322887" sldId="340"/>
            <ac:picMk id="15" creationId="{E7261188-2B94-9A1E-954E-001A033F65DD}"/>
          </ac:picMkLst>
        </pc:picChg>
        <pc:picChg chg="del">
          <ac:chgData name="George Hilios" userId="cba0ddda4a40a938" providerId="LiveId" clId="{F08B94BB-5A09-4454-8814-7086BAD076C8}" dt="2023-04-08T05:43:19.579" v="2980" actId="478"/>
          <ac:picMkLst>
            <pc:docMk/>
            <pc:sldMk cId="832322887" sldId="340"/>
            <ac:picMk id="30" creationId="{201FD64E-3F71-D687-DB90-46A3FCEE4692}"/>
          </ac:picMkLst>
        </pc:picChg>
        <pc:cxnChg chg="del mod">
          <ac:chgData name="George Hilios" userId="cba0ddda4a40a938" providerId="LiveId" clId="{F08B94BB-5A09-4454-8814-7086BAD076C8}" dt="2023-04-08T05:43:27.566" v="2983" actId="478"/>
          <ac:cxnSpMkLst>
            <pc:docMk/>
            <pc:sldMk cId="832322887" sldId="340"/>
            <ac:cxnSpMk id="24" creationId="{C695A3CB-D6E6-C00A-4E1F-2E50FE0E22A9}"/>
          </ac:cxnSpMkLst>
        </pc:cxnChg>
        <pc:cxnChg chg="del mod">
          <ac:chgData name="George Hilios" userId="cba0ddda4a40a938" providerId="LiveId" clId="{F08B94BB-5A09-4454-8814-7086BAD076C8}" dt="2023-04-08T05:43:24.858" v="2982" actId="478"/>
          <ac:cxnSpMkLst>
            <pc:docMk/>
            <pc:sldMk cId="832322887" sldId="340"/>
            <ac:cxnSpMk id="26" creationId="{A26BA2EA-6179-A533-9963-70DCF602D36D}"/>
          </ac:cxnSpMkLst>
        </pc:cxnChg>
        <pc:cxnChg chg="del mod">
          <ac:chgData name="George Hilios" userId="cba0ddda4a40a938" providerId="LiveId" clId="{F08B94BB-5A09-4454-8814-7086BAD076C8}" dt="2023-04-08T05:43:24.858" v="2982" actId="478"/>
          <ac:cxnSpMkLst>
            <pc:docMk/>
            <pc:sldMk cId="832322887" sldId="340"/>
            <ac:cxnSpMk id="28" creationId="{AF713A51-BAF9-90DD-0876-11172A28F24A}"/>
          </ac:cxnSpMkLst>
        </pc:cxnChg>
      </pc:sldChg>
      <pc:sldChg chg="addSp delSp modSp add mod ord">
        <pc:chgData name="George Hilios" userId="cba0ddda4a40a938" providerId="LiveId" clId="{F08B94BB-5A09-4454-8814-7086BAD076C8}" dt="2023-04-08T13:02:22.276" v="3162" actId="20577"/>
        <pc:sldMkLst>
          <pc:docMk/>
          <pc:sldMk cId="3461759223" sldId="341"/>
        </pc:sldMkLst>
        <pc:spChg chg="del">
          <ac:chgData name="George Hilios" userId="cba0ddda4a40a938" providerId="LiveId" clId="{F08B94BB-5A09-4454-8814-7086BAD076C8}" dt="2023-04-08T12:54:15.966" v="3017" actId="478"/>
          <ac:spMkLst>
            <pc:docMk/>
            <pc:sldMk cId="3461759223" sldId="341"/>
            <ac:spMk id="7" creationId="{FE9BD430-4413-DF69-2BDB-C3337B175930}"/>
          </ac:spMkLst>
        </pc:spChg>
        <pc:spChg chg="del">
          <ac:chgData name="George Hilios" userId="cba0ddda4a40a938" providerId="LiveId" clId="{F08B94BB-5A09-4454-8814-7086BAD076C8}" dt="2023-04-08T12:54:15.966" v="3017" actId="478"/>
          <ac:spMkLst>
            <pc:docMk/>
            <pc:sldMk cId="3461759223" sldId="341"/>
            <ac:spMk id="8" creationId="{9E4C0FBE-8E01-0C17-E772-EDE8EB599C9B}"/>
          </ac:spMkLst>
        </pc:spChg>
        <pc:spChg chg="del">
          <ac:chgData name="George Hilios" userId="cba0ddda4a40a938" providerId="LiveId" clId="{F08B94BB-5A09-4454-8814-7086BAD076C8}" dt="2023-04-08T12:54:15.966" v="3017" actId="478"/>
          <ac:spMkLst>
            <pc:docMk/>
            <pc:sldMk cId="3461759223" sldId="341"/>
            <ac:spMk id="9" creationId="{F21E6950-392B-494C-F694-2F3A1B8503AC}"/>
          </ac:spMkLst>
        </pc:spChg>
        <pc:spChg chg="mod">
          <ac:chgData name="George Hilios" userId="cba0ddda4a40a938" providerId="LiveId" clId="{F08B94BB-5A09-4454-8814-7086BAD076C8}" dt="2023-04-08T12:54:23.533" v="3031" actId="20577"/>
          <ac:spMkLst>
            <pc:docMk/>
            <pc:sldMk cId="3461759223" sldId="341"/>
            <ac:spMk id="10" creationId="{15826961-E492-C264-CCA5-48A15651926B}"/>
          </ac:spMkLst>
        </pc:spChg>
        <pc:spChg chg="add mod">
          <ac:chgData name="George Hilios" userId="cba0ddda4a40a938" providerId="LiveId" clId="{F08B94BB-5A09-4454-8814-7086BAD076C8}" dt="2023-04-08T13:01:48.723" v="3155" actId="403"/>
          <ac:spMkLst>
            <pc:docMk/>
            <pc:sldMk cId="3461759223" sldId="341"/>
            <ac:spMk id="11" creationId="{660EE207-B708-3F25-E308-749CFC7B4D83}"/>
          </ac:spMkLst>
        </pc:spChg>
        <pc:spChg chg="add mod">
          <ac:chgData name="George Hilios" userId="cba0ddda4a40a938" providerId="LiveId" clId="{F08B94BB-5A09-4454-8814-7086BAD076C8}" dt="2023-04-08T13:01:41.106" v="3151" actId="113"/>
          <ac:spMkLst>
            <pc:docMk/>
            <pc:sldMk cId="3461759223" sldId="341"/>
            <ac:spMk id="12" creationId="{0ADC03CE-E859-CFF8-4418-18A07FA21D50}"/>
          </ac:spMkLst>
        </pc:spChg>
        <pc:spChg chg="add del mod">
          <ac:chgData name="George Hilios" userId="cba0ddda4a40a938" providerId="LiveId" clId="{F08B94BB-5A09-4454-8814-7086BAD076C8}" dt="2023-04-08T13:01:16.233" v="3114" actId="478"/>
          <ac:spMkLst>
            <pc:docMk/>
            <pc:sldMk cId="3461759223" sldId="341"/>
            <ac:spMk id="13" creationId="{3BAF3FE8-8E92-8841-2C97-EDABF2A2062D}"/>
          </ac:spMkLst>
        </pc:spChg>
        <pc:spChg chg="add mod">
          <ac:chgData name="George Hilios" userId="cba0ddda4a40a938" providerId="LiveId" clId="{F08B94BB-5A09-4454-8814-7086BAD076C8}" dt="2023-04-08T13:02:22.276" v="3162" actId="20577"/>
          <ac:spMkLst>
            <pc:docMk/>
            <pc:sldMk cId="3461759223" sldId="341"/>
            <ac:spMk id="14" creationId="{C31566CE-E4C4-EBFC-9854-1C4C603F94CC}"/>
          </ac:spMkLst>
        </pc:spChg>
        <pc:picChg chg="add mod">
          <ac:chgData name="George Hilios" userId="cba0ddda4a40a938" providerId="LiveId" clId="{F08B94BB-5A09-4454-8814-7086BAD076C8}" dt="2023-04-08T12:58:05.388" v="3046" actId="1076"/>
          <ac:picMkLst>
            <pc:docMk/>
            <pc:sldMk cId="3461759223" sldId="341"/>
            <ac:picMk id="2" creationId="{1FDD5002-07AD-1FD1-A25C-C8D59C4AC9C9}"/>
          </ac:picMkLst>
        </pc:picChg>
        <pc:picChg chg="del">
          <ac:chgData name="George Hilios" userId="cba0ddda4a40a938" providerId="LiveId" clId="{F08B94BB-5A09-4454-8814-7086BAD076C8}" dt="2023-04-08T12:54:13.233" v="3016" actId="478"/>
          <ac:picMkLst>
            <pc:docMk/>
            <pc:sldMk cId="3461759223" sldId="341"/>
            <ac:picMk id="3" creationId="{D767C26B-813F-CD70-76BD-FADE8B05866F}"/>
          </ac:picMkLst>
        </pc:picChg>
        <pc:picChg chg="add mod">
          <ac:chgData name="George Hilios" userId="cba0ddda4a40a938" providerId="LiveId" clId="{F08B94BB-5A09-4454-8814-7086BAD076C8}" dt="2023-04-08T13:00:24.562" v="3108" actId="1076"/>
          <ac:picMkLst>
            <pc:docMk/>
            <pc:sldMk cId="3461759223" sldId="341"/>
            <ac:picMk id="2050" creationId="{933E76EE-9FCE-5D87-08F0-9A88EEE6F0C9}"/>
          </ac:picMkLst>
        </pc:picChg>
      </pc:sldChg>
      <pc:sldChg chg="addSp delSp modSp add mod modAnim">
        <pc:chgData name="George Hilios" userId="cba0ddda4a40a938" providerId="LiveId" clId="{F08B94BB-5A09-4454-8814-7086BAD076C8}" dt="2023-04-08T13:25:28.911" v="3837"/>
        <pc:sldMkLst>
          <pc:docMk/>
          <pc:sldMk cId="3922239019" sldId="342"/>
        </pc:sldMkLst>
        <pc:spChg chg="add mod">
          <ac:chgData name="George Hilios" userId="cba0ddda4a40a938" providerId="LiveId" clId="{F08B94BB-5A09-4454-8814-7086BAD076C8}" dt="2023-04-08T13:10:01.065" v="3338" actId="20577"/>
          <ac:spMkLst>
            <pc:docMk/>
            <pc:sldMk cId="3922239019" sldId="342"/>
            <ac:spMk id="2" creationId="{91C547E9-D978-4BCD-9993-B971A0F299C5}"/>
          </ac:spMkLst>
        </pc:spChg>
        <pc:spChg chg="add mod">
          <ac:chgData name="George Hilios" userId="cba0ddda4a40a938" providerId="LiveId" clId="{F08B94BB-5A09-4454-8814-7086BAD076C8}" dt="2023-04-08T13:13:08.951" v="3592" actId="2710"/>
          <ac:spMkLst>
            <pc:docMk/>
            <pc:sldMk cId="3922239019" sldId="342"/>
            <ac:spMk id="3" creationId="{09ECCDA2-F01E-C491-F9F5-06ABDC20B1FB}"/>
          </ac:spMkLst>
        </pc:spChg>
        <pc:spChg chg="mod">
          <ac:chgData name="George Hilios" userId="cba0ddda4a40a938" providerId="LiveId" clId="{F08B94BB-5A09-4454-8814-7086BAD076C8}" dt="2023-04-08T13:03:31.394" v="3200" actId="20577"/>
          <ac:spMkLst>
            <pc:docMk/>
            <pc:sldMk cId="3922239019" sldId="342"/>
            <ac:spMk id="10" creationId="{15826961-E492-C264-CCA5-48A15651926B}"/>
          </ac:spMkLst>
        </pc:spChg>
        <pc:picChg chg="add del">
          <ac:chgData name="George Hilios" userId="cba0ddda4a40a938" providerId="LiveId" clId="{F08B94BB-5A09-4454-8814-7086BAD076C8}" dt="2023-04-08T12:57:05.649" v="3035" actId="21"/>
          <ac:picMkLst>
            <pc:docMk/>
            <pc:sldMk cId="3922239019" sldId="342"/>
            <ac:picMk id="1026" creationId="{92C10690-DB99-E239-6B90-56C991C73333}"/>
          </ac:picMkLst>
        </pc:picChg>
      </pc:sldChg>
      <pc:sldChg chg="addSp modSp add mod modAnim">
        <pc:chgData name="George Hilios" userId="cba0ddda4a40a938" providerId="LiveId" clId="{F08B94BB-5A09-4454-8814-7086BAD076C8}" dt="2023-04-08T13:24:23.379" v="3803"/>
        <pc:sldMkLst>
          <pc:docMk/>
          <pc:sldMk cId="3985560020" sldId="343"/>
        </pc:sldMkLst>
        <pc:spChg chg="add mod">
          <ac:chgData name="George Hilios" userId="cba0ddda4a40a938" providerId="LiveId" clId="{F08B94BB-5A09-4454-8814-7086BAD076C8}" dt="2023-04-08T13:15:13.476" v="3654" actId="207"/>
          <ac:spMkLst>
            <pc:docMk/>
            <pc:sldMk cId="3985560020" sldId="343"/>
            <ac:spMk id="7" creationId="{E12C3EA0-4903-000F-8340-9386D1BE7E7A}"/>
          </ac:spMkLst>
        </pc:spChg>
        <pc:spChg chg="mod">
          <ac:chgData name="George Hilios" userId="cba0ddda4a40a938" providerId="LiveId" clId="{F08B94BB-5A09-4454-8814-7086BAD076C8}" dt="2023-04-08T13:13:47.181" v="3650" actId="20577"/>
          <ac:spMkLst>
            <pc:docMk/>
            <pc:sldMk cId="3985560020" sldId="343"/>
            <ac:spMk id="10" creationId="{15826961-E492-C264-CCA5-48A15651926B}"/>
          </ac:spMkLst>
        </pc:spChg>
        <pc:spChg chg="add mod">
          <ac:chgData name="George Hilios" userId="cba0ddda4a40a938" providerId="LiveId" clId="{F08B94BB-5A09-4454-8814-7086BAD076C8}" dt="2023-04-08T13:20:08.289" v="3699" actId="20577"/>
          <ac:spMkLst>
            <pc:docMk/>
            <pc:sldMk cId="3985560020" sldId="343"/>
            <ac:spMk id="11" creationId="{235D1D12-5D90-CF9A-971B-DDA8A119CFF9}"/>
          </ac:spMkLst>
        </pc:spChg>
        <pc:spChg chg="add mod">
          <ac:chgData name="George Hilios" userId="cba0ddda4a40a938" providerId="LiveId" clId="{F08B94BB-5A09-4454-8814-7086BAD076C8}" dt="2023-04-08T13:22:00.040" v="3736" actId="14100"/>
          <ac:spMkLst>
            <pc:docMk/>
            <pc:sldMk cId="3985560020" sldId="343"/>
            <ac:spMk id="14" creationId="{10217034-A71C-54C1-048B-4EB6F9107A81}"/>
          </ac:spMkLst>
        </pc:spChg>
        <pc:spChg chg="add mod">
          <ac:chgData name="George Hilios" userId="cba0ddda4a40a938" providerId="LiveId" clId="{F08B94BB-5A09-4454-8814-7086BAD076C8}" dt="2023-04-08T13:23:33.390" v="3796" actId="113"/>
          <ac:spMkLst>
            <pc:docMk/>
            <pc:sldMk cId="3985560020" sldId="343"/>
            <ac:spMk id="22" creationId="{BFB922B4-46EE-0A6F-0A8B-F29B80833563}"/>
          </ac:spMkLst>
        </pc:spChg>
        <pc:picChg chg="add mod">
          <ac:chgData name="George Hilios" userId="cba0ddda4a40a938" providerId="LiveId" clId="{F08B94BB-5A09-4454-8814-7086BAD076C8}" dt="2023-04-08T13:14:55.877" v="3652" actId="1076"/>
          <ac:picMkLst>
            <pc:docMk/>
            <pc:sldMk cId="3985560020" sldId="343"/>
            <ac:picMk id="3" creationId="{B5265CBE-7882-8A72-668D-B870631D3DBE}"/>
          </ac:picMkLst>
        </pc:picChg>
        <pc:picChg chg="add mod">
          <ac:chgData name="George Hilios" userId="cba0ddda4a40a938" providerId="LiveId" clId="{F08B94BB-5A09-4454-8814-7086BAD076C8}" dt="2023-04-08T13:19:14.918" v="3656" actId="1076"/>
          <ac:picMkLst>
            <pc:docMk/>
            <pc:sldMk cId="3985560020" sldId="343"/>
            <ac:picMk id="9" creationId="{86900888-BB99-15EA-35AB-345B44D54EF7}"/>
          </ac:picMkLst>
        </pc:picChg>
        <pc:cxnChg chg="add mod">
          <ac:chgData name="George Hilios" userId="cba0ddda4a40a938" providerId="LiveId" clId="{F08B94BB-5A09-4454-8814-7086BAD076C8}" dt="2023-04-08T13:20:20.256" v="3701" actId="13822"/>
          <ac:cxnSpMkLst>
            <pc:docMk/>
            <pc:sldMk cId="3985560020" sldId="343"/>
            <ac:cxnSpMk id="13" creationId="{E5DA595F-88CD-5335-25E4-08680662DA85}"/>
          </ac:cxnSpMkLst>
        </pc:cxnChg>
        <pc:cxnChg chg="add mod">
          <ac:chgData name="George Hilios" userId="cba0ddda4a40a938" providerId="LiveId" clId="{F08B94BB-5A09-4454-8814-7086BAD076C8}" dt="2023-04-08T13:22:00.040" v="3736" actId="14100"/>
          <ac:cxnSpMkLst>
            <pc:docMk/>
            <pc:sldMk cId="3985560020" sldId="343"/>
            <ac:cxnSpMk id="16" creationId="{3639987B-C1EF-3613-BED9-41CB7AD3F912}"/>
          </ac:cxnSpMkLst>
        </pc:cxnChg>
        <pc:cxnChg chg="add mod">
          <ac:chgData name="George Hilios" userId="cba0ddda4a40a938" providerId="LiveId" clId="{F08B94BB-5A09-4454-8814-7086BAD076C8}" dt="2023-04-08T13:22:00.040" v="3736" actId="14100"/>
          <ac:cxnSpMkLst>
            <pc:docMk/>
            <pc:sldMk cId="3985560020" sldId="343"/>
            <ac:cxnSpMk id="19" creationId="{C1FAC5D3-51E7-7E56-B90F-AB156FF8F847}"/>
          </ac:cxnSpMkLst>
        </pc:cxnChg>
      </pc:sldChg>
      <pc:sldChg chg="addSp delSp modSp add mod modAnim">
        <pc:chgData name="George Hilios" userId="cba0ddda4a40a938" providerId="LiveId" clId="{F08B94BB-5A09-4454-8814-7086BAD076C8}" dt="2023-04-08T14:33:56.826" v="5579"/>
        <pc:sldMkLst>
          <pc:docMk/>
          <pc:sldMk cId="2368529773" sldId="344"/>
        </pc:sldMkLst>
        <pc:spChg chg="add mod">
          <ac:chgData name="George Hilios" userId="cba0ddda4a40a938" providerId="LiveId" clId="{F08B94BB-5A09-4454-8814-7086BAD076C8}" dt="2023-04-08T13:32:35.746" v="4222" actId="404"/>
          <ac:spMkLst>
            <pc:docMk/>
            <pc:sldMk cId="2368529773" sldId="344"/>
            <ac:spMk id="3" creationId="{88D24B56-C024-C726-E52C-7D9FAFF8A722}"/>
          </ac:spMkLst>
        </pc:spChg>
        <pc:spChg chg="add mod">
          <ac:chgData name="George Hilios" userId="cba0ddda4a40a938" providerId="LiveId" clId="{F08B94BB-5A09-4454-8814-7086BAD076C8}" dt="2023-04-08T13:26:31.538" v="3856" actId="20577"/>
          <ac:spMkLst>
            <pc:docMk/>
            <pc:sldMk cId="2368529773" sldId="344"/>
            <ac:spMk id="7" creationId="{921831EF-9125-FC72-A72D-913B6408C8ED}"/>
          </ac:spMkLst>
        </pc:spChg>
        <pc:spChg chg="add mod">
          <ac:chgData name="George Hilios" userId="cba0ddda4a40a938" providerId="LiveId" clId="{F08B94BB-5A09-4454-8814-7086BAD076C8}" dt="2023-04-08T13:32:29.188" v="4221" actId="20577"/>
          <ac:spMkLst>
            <pc:docMk/>
            <pc:sldMk cId="2368529773" sldId="344"/>
            <ac:spMk id="8" creationId="{92A46823-24B3-1666-6617-D02D6DC9E654}"/>
          </ac:spMkLst>
        </pc:spChg>
        <pc:spChg chg="add mod">
          <ac:chgData name="George Hilios" userId="cba0ddda4a40a938" providerId="LiveId" clId="{F08B94BB-5A09-4454-8814-7086BAD076C8}" dt="2023-04-08T13:32:43.122" v="4223" actId="1076"/>
          <ac:spMkLst>
            <pc:docMk/>
            <pc:sldMk cId="2368529773" sldId="344"/>
            <ac:spMk id="9" creationId="{0EC354FF-6171-FC1B-9AB2-C388D526E0C0}"/>
          </ac:spMkLst>
        </pc:spChg>
        <pc:spChg chg="mod">
          <ac:chgData name="George Hilios" userId="cba0ddda4a40a938" providerId="LiveId" clId="{F08B94BB-5A09-4454-8814-7086BAD076C8}" dt="2023-04-08T13:24:39.112" v="3815" actId="20577"/>
          <ac:spMkLst>
            <pc:docMk/>
            <pc:sldMk cId="2368529773" sldId="344"/>
            <ac:spMk id="10" creationId="{15826961-E492-C264-CCA5-48A15651926B}"/>
          </ac:spMkLst>
        </pc:spChg>
        <pc:spChg chg="add del mod">
          <ac:chgData name="George Hilios" userId="cba0ddda4a40a938" providerId="LiveId" clId="{F08B94BB-5A09-4454-8814-7086BAD076C8}" dt="2023-04-08T13:31:09.864" v="4056"/>
          <ac:spMkLst>
            <pc:docMk/>
            <pc:sldMk cId="2368529773" sldId="344"/>
            <ac:spMk id="11" creationId="{C47E05CB-3CFD-94B4-4467-57F3CCA8A00F}"/>
          </ac:spMkLst>
        </pc:spChg>
        <pc:spChg chg="add mod">
          <ac:chgData name="George Hilios" userId="cba0ddda4a40a938" providerId="LiveId" clId="{F08B94BB-5A09-4454-8814-7086BAD076C8}" dt="2023-04-08T13:31:27.423" v="4059"/>
          <ac:spMkLst>
            <pc:docMk/>
            <pc:sldMk cId="2368529773" sldId="344"/>
            <ac:spMk id="12" creationId="{AF746472-E912-CE6D-3F55-B97159A4ACA5}"/>
          </ac:spMkLst>
        </pc:spChg>
      </pc:sldChg>
      <pc:sldChg chg="addSp delSp modSp add mod modAnim">
        <pc:chgData name="George Hilios" userId="cba0ddda4a40a938" providerId="LiveId" clId="{F08B94BB-5A09-4454-8814-7086BAD076C8}" dt="2023-04-08T13:55:39.518" v="4658" actId="20577"/>
        <pc:sldMkLst>
          <pc:docMk/>
          <pc:sldMk cId="234426679" sldId="345"/>
        </pc:sldMkLst>
        <pc:spChg chg="mod">
          <ac:chgData name="George Hilios" userId="cba0ddda4a40a938" providerId="LiveId" clId="{F08B94BB-5A09-4454-8814-7086BAD076C8}" dt="2023-04-08T13:46:34.712" v="4324" actId="6549"/>
          <ac:spMkLst>
            <pc:docMk/>
            <pc:sldMk cId="234426679" sldId="345"/>
            <ac:spMk id="6" creationId="{C572F65C-6C78-197C-25EA-239A25961998}"/>
          </ac:spMkLst>
        </pc:spChg>
        <pc:spChg chg="mod">
          <ac:chgData name="George Hilios" userId="cba0ddda4a40a938" providerId="LiveId" clId="{F08B94BB-5A09-4454-8814-7086BAD076C8}" dt="2023-04-08T13:45:10.549" v="4267" actId="20577"/>
          <ac:spMkLst>
            <pc:docMk/>
            <pc:sldMk cId="234426679" sldId="345"/>
            <ac:spMk id="10" creationId="{15826961-E492-C264-CCA5-48A15651926B}"/>
          </ac:spMkLst>
        </pc:spChg>
        <pc:spChg chg="add mod">
          <ac:chgData name="George Hilios" userId="cba0ddda4a40a938" providerId="LiveId" clId="{F08B94BB-5A09-4454-8814-7086BAD076C8}" dt="2023-04-08T13:54:53.407" v="4643" actId="1076"/>
          <ac:spMkLst>
            <pc:docMk/>
            <pc:sldMk cId="234426679" sldId="345"/>
            <ac:spMk id="20" creationId="{A82D1B9F-8C6E-77E5-482D-6E29BF5C3C26}"/>
          </ac:spMkLst>
        </pc:spChg>
        <pc:spChg chg="add mod">
          <ac:chgData name="George Hilios" userId="cba0ddda4a40a938" providerId="LiveId" clId="{F08B94BB-5A09-4454-8814-7086BAD076C8}" dt="2023-04-08T13:54:53.407" v="4643" actId="1076"/>
          <ac:spMkLst>
            <pc:docMk/>
            <pc:sldMk cId="234426679" sldId="345"/>
            <ac:spMk id="21" creationId="{2B6343BC-E75D-8015-98C3-15553EFDE0CC}"/>
          </ac:spMkLst>
        </pc:spChg>
        <pc:spChg chg="add mod">
          <ac:chgData name="George Hilios" userId="cba0ddda4a40a938" providerId="LiveId" clId="{F08B94BB-5A09-4454-8814-7086BAD076C8}" dt="2023-04-08T13:54:53.407" v="4643" actId="1076"/>
          <ac:spMkLst>
            <pc:docMk/>
            <pc:sldMk cId="234426679" sldId="345"/>
            <ac:spMk id="22" creationId="{9474910C-7AAC-2854-8268-829C5C57A07E}"/>
          </ac:spMkLst>
        </pc:spChg>
        <pc:spChg chg="add mod">
          <ac:chgData name="George Hilios" userId="cba0ddda4a40a938" providerId="LiveId" clId="{F08B94BB-5A09-4454-8814-7086BAD076C8}" dt="2023-04-08T13:54:53.407" v="4643" actId="1076"/>
          <ac:spMkLst>
            <pc:docMk/>
            <pc:sldMk cId="234426679" sldId="345"/>
            <ac:spMk id="23" creationId="{592D9767-C2E9-EBE6-2D74-2FD0AC5957E3}"/>
          </ac:spMkLst>
        </pc:spChg>
        <pc:spChg chg="add mod">
          <ac:chgData name="George Hilios" userId="cba0ddda4a40a938" providerId="LiveId" clId="{F08B94BB-5A09-4454-8814-7086BAD076C8}" dt="2023-04-08T13:55:39.518" v="4658" actId="20577"/>
          <ac:spMkLst>
            <pc:docMk/>
            <pc:sldMk cId="234426679" sldId="345"/>
            <ac:spMk id="24" creationId="{1A699222-F7EA-3F68-6024-0B2E00B71031}"/>
          </ac:spMkLst>
        </pc:spChg>
        <pc:spChg chg="add mod">
          <ac:chgData name="George Hilios" userId="cba0ddda4a40a938" providerId="LiveId" clId="{F08B94BB-5A09-4454-8814-7086BAD076C8}" dt="2023-04-08T13:53:30.408" v="4629" actId="403"/>
          <ac:spMkLst>
            <pc:docMk/>
            <pc:sldMk cId="234426679" sldId="345"/>
            <ac:spMk id="25" creationId="{0831019C-7427-2BFA-E98B-0A6C4F31D387}"/>
          </ac:spMkLst>
        </pc:spChg>
        <pc:picChg chg="add del mod">
          <ac:chgData name="George Hilios" userId="cba0ddda4a40a938" providerId="LiveId" clId="{F08B94BB-5A09-4454-8814-7086BAD076C8}" dt="2023-04-08T13:35:19.829" v="4228" actId="478"/>
          <ac:picMkLst>
            <pc:docMk/>
            <pc:sldMk cId="234426679" sldId="345"/>
            <ac:picMk id="3" creationId="{5103FF9F-10EF-EA56-C438-E3FF2499557C}"/>
          </ac:picMkLst>
        </pc:picChg>
        <pc:picChg chg="add mod">
          <ac:chgData name="George Hilios" userId="cba0ddda4a40a938" providerId="LiveId" clId="{F08B94BB-5A09-4454-8814-7086BAD076C8}" dt="2023-04-08T13:54:53.407" v="4643" actId="1076"/>
          <ac:picMkLst>
            <pc:docMk/>
            <pc:sldMk cId="234426679" sldId="345"/>
            <ac:picMk id="8" creationId="{60A2C572-9A32-635E-DCEA-784C27FAB33F}"/>
          </ac:picMkLst>
        </pc:picChg>
        <pc:picChg chg="add mod">
          <ac:chgData name="George Hilios" userId="cba0ddda4a40a938" providerId="LiveId" clId="{F08B94BB-5A09-4454-8814-7086BAD076C8}" dt="2023-04-08T13:54:53.407" v="4643" actId="1076"/>
          <ac:picMkLst>
            <pc:docMk/>
            <pc:sldMk cId="234426679" sldId="345"/>
            <ac:picMk id="11" creationId="{03011198-0E8C-334D-8C8F-F07BF5E8AF0E}"/>
          </ac:picMkLst>
        </pc:picChg>
        <pc:picChg chg="add del mod">
          <ac:chgData name="George Hilios" userId="cba0ddda4a40a938" providerId="LiveId" clId="{F08B94BB-5A09-4454-8814-7086BAD076C8}" dt="2023-04-08T13:41:14.495" v="4235" actId="478"/>
          <ac:picMkLst>
            <pc:docMk/>
            <pc:sldMk cId="234426679" sldId="345"/>
            <ac:picMk id="13" creationId="{3329920C-BD21-2DC2-6816-B8876FB11B45}"/>
          </ac:picMkLst>
        </pc:picChg>
        <pc:picChg chg="add mod">
          <ac:chgData name="George Hilios" userId="cba0ddda4a40a938" providerId="LiveId" clId="{F08B94BB-5A09-4454-8814-7086BAD076C8}" dt="2023-04-08T13:54:53.407" v="4643" actId="1076"/>
          <ac:picMkLst>
            <pc:docMk/>
            <pc:sldMk cId="234426679" sldId="345"/>
            <ac:picMk id="15" creationId="{516D4114-45F8-D54C-2915-9EFB134EFFF1}"/>
          </ac:picMkLst>
        </pc:picChg>
        <pc:picChg chg="add mod">
          <ac:chgData name="George Hilios" userId="cba0ddda4a40a938" providerId="LiveId" clId="{F08B94BB-5A09-4454-8814-7086BAD076C8}" dt="2023-04-08T13:54:53.407" v="4643" actId="1076"/>
          <ac:picMkLst>
            <pc:docMk/>
            <pc:sldMk cId="234426679" sldId="345"/>
            <ac:picMk id="17" creationId="{E0E92922-A4C3-19FB-40EB-E13887F49AE0}"/>
          </ac:picMkLst>
        </pc:picChg>
        <pc:picChg chg="add mod">
          <ac:chgData name="George Hilios" userId="cba0ddda4a40a938" providerId="LiveId" clId="{F08B94BB-5A09-4454-8814-7086BAD076C8}" dt="2023-04-08T13:54:53.407" v="4643" actId="1076"/>
          <ac:picMkLst>
            <pc:docMk/>
            <pc:sldMk cId="234426679" sldId="345"/>
            <ac:picMk id="19" creationId="{3D5C11AC-D817-F96E-C77B-E347CD082150}"/>
          </ac:picMkLst>
        </pc:picChg>
      </pc:sldChg>
      <pc:sldChg chg="add del">
        <pc:chgData name="George Hilios" userId="cba0ddda4a40a938" providerId="LiveId" clId="{F08B94BB-5A09-4454-8814-7086BAD076C8}" dt="2023-04-08T12:56:55.682" v="3033"/>
        <pc:sldMkLst>
          <pc:docMk/>
          <pc:sldMk cId="448438685" sldId="346"/>
        </pc:sldMkLst>
      </pc:sldChg>
      <pc:sldChg chg="addSp delSp modSp add mod">
        <pc:chgData name="George Hilios" userId="cba0ddda4a40a938" providerId="LiveId" clId="{F08B94BB-5A09-4454-8814-7086BAD076C8}" dt="2023-04-08T14:05:45.839" v="4667" actId="1076"/>
        <pc:sldMkLst>
          <pc:docMk/>
          <pc:sldMk cId="1706449797" sldId="346"/>
        </pc:sldMkLst>
        <pc:spChg chg="add del mod">
          <ac:chgData name="George Hilios" userId="cba0ddda4a40a938" providerId="LiveId" clId="{F08B94BB-5A09-4454-8814-7086BAD076C8}" dt="2023-04-08T14:04:46.905" v="4661" actId="478"/>
          <ac:spMkLst>
            <pc:docMk/>
            <pc:sldMk cId="1706449797" sldId="346"/>
            <ac:spMk id="8" creationId="{EF4EE0EC-427B-9D53-40C3-6059FE6548B4}"/>
          </ac:spMkLst>
        </pc:spChg>
        <pc:spChg chg="del">
          <ac:chgData name="George Hilios" userId="cba0ddda4a40a938" providerId="LiveId" clId="{F08B94BB-5A09-4454-8814-7086BAD076C8}" dt="2023-04-08T14:04:43.872" v="4660" actId="478"/>
          <ac:spMkLst>
            <pc:docMk/>
            <pc:sldMk cId="1706449797" sldId="346"/>
            <ac:spMk id="10" creationId="{15826961-E492-C264-CCA5-48A15651926B}"/>
          </ac:spMkLst>
        </pc:spChg>
        <pc:picChg chg="add mod">
          <ac:chgData name="George Hilios" userId="cba0ddda4a40a938" providerId="LiveId" clId="{F08B94BB-5A09-4454-8814-7086BAD076C8}" dt="2023-04-08T14:05:45.839" v="4667" actId="1076"/>
          <ac:picMkLst>
            <pc:docMk/>
            <pc:sldMk cId="1706449797" sldId="346"/>
            <ac:picMk id="3" creationId="{C086078B-AA13-1B06-3246-8B946CC44CA8}"/>
          </ac:picMkLst>
        </pc:picChg>
        <pc:picChg chg="add mod">
          <ac:chgData name="George Hilios" userId="cba0ddda4a40a938" providerId="LiveId" clId="{F08B94BB-5A09-4454-8814-7086BAD076C8}" dt="2023-04-08T14:05:20.847" v="4664" actId="1076"/>
          <ac:picMkLst>
            <pc:docMk/>
            <pc:sldMk cId="1706449797" sldId="346"/>
            <ac:picMk id="11" creationId="{BA0A82AE-BA0C-3ACC-2DB2-B4426FCF46E0}"/>
          </ac:picMkLst>
        </pc:picChg>
      </pc:sldChg>
      <pc:sldChg chg="addSp modSp add mod modAnim">
        <pc:chgData name="George Hilios" userId="cba0ddda4a40a938" providerId="LiveId" clId="{F08B94BB-5A09-4454-8814-7086BAD076C8}" dt="2023-04-08T14:14:31.603" v="5014"/>
        <pc:sldMkLst>
          <pc:docMk/>
          <pc:sldMk cId="2984952838" sldId="347"/>
        </pc:sldMkLst>
        <pc:spChg chg="add mod">
          <ac:chgData name="George Hilios" userId="cba0ddda4a40a938" providerId="LiveId" clId="{F08B94BB-5A09-4454-8814-7086BAD076C8}" dt="2023-04-08T14:13:47.943" v="5003" actId="20577"/>
          <ac:spMkLst>
            <pc:docMk/>
            <pc:sldMk cId="2984952838" sldId="347"/>
            <ac:spMk id="2" creationId="{0AD75D7C-C0FC-260D-769B-421425DD31F9}"/>
          </ac:spMkLst>
        </pc:spChg>
        <pc:spChg chg="mod">
          <ac:chgData name="George Hilios" userId="cba0ddda4a40a938" providerId="LiveId" clId="{F08B94BB-5A09-4454-8814-7086BAD076C8}" dt="2023-04-08T14:07:38.092" v="4687" actId="20577"/>
          <ac:spMkLst>
            <pc:docMk/>
            <pc:sldMk cId="2984952838" sldId="347"/>
            <ac:spMk id="10" creationId="{15826961-E492-C264-CCA5-48A1565192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4/14/2023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glib.net/" TargetMode="Externa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spc="400" dirty="0">
                <a:solidFill>
                  <a:schemeClr val="bg1"/>
                </a:solidFill>
              </a:rPr>
              <a:t>Hocus Focus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George Hilios</a:t>
            </a:r>
          </a:p>
          <a:p>
            <a:r>
              <a:rPr lang="en-US" dirty="0"/>
              <a:t>NEAIC, Suffern NY</a:t>
            </a:r>
          </a:p>
          <a:p>
            <a:r>
              <a:rPr lang="en-US" sz="2000" dirty="0">
                <a:solidFill>
                  <a:schemeClr val="bg1"/>
                </a:solidFill>
              </a:rPr>
              <a:t>April 14, 2023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E84D4-62FE-7DBF-BF08-4C104F95DB74}"/>
              </a:ext>
            </a:extLst>
          </p:cNvPr>
          <p:cNvSpPr txBox="1"/>
          <p:nvPr/>
        </p:nvSpPr>
        <p:spPr>
          <a:xfrm>
            <a:off x="1684421" y="3810000"/>
            <a:ext cx="6272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The Science of Star Measurement for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Auto-Focusing and Tilt Correction</a:t>
            </a:r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Familiar Situation?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45C472E-4078-40A0-83A2-652E8356E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Science of Star Measurement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3" name="Picture 12" descr="A group of stars in space&#10;&#10;Description automatically generated with low confidence">
            <a:extLst>
              <a:ext uri="{FF2B5EF4-FFF2-40B4-BE49-F238E27FC236}">
                <a16:creationId xmlns:a16="http://schemas.microsoft.com/office/drawing/2014/main" id="{5F95FE22-DE52-A039-3E1F-FAF232D6D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557" y="2811379"/>
            <a:ext cx="3653589" cy="27401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FFD7EA-EBA9-34C1-4311-AB7C192DC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99" y="2727158"/>
            <a:ext cx="3750171" cy="302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Hocus Focus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AC5FD80-5068-F5F5-6CC9-D1EDA7106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825625"/>
            <a:ext cx="9677400" cy="4351338"/>
          </a:xfrm>
        </p:spPr>
        <p:txBody>
          <a:bodyPr/>
          <a:lstStyle/>
          <a:p>
            <a:r>
              <a:rPr lang="en-US" dirty="0"/>
              <a:t>Optimize performance for amateur astronomy</a:t>
            </a:r>
          </a:p>
          <a:p>
            <a:pPr lvl="1"/>
            <a:r>
              <a:rPr lang="en-US" dirty="0"/>
              <a:t>Pinpoint focus</a:t>
            </a:r>
          </a:p>
          <a:p>
            <a:pPr lvl="1"/>
            <a:r>
              <a:rPr lang="en-US" dirty="0"/>
              <a:t>Fast: Minimize image acquisition impact</a:t>
            </a:r>
          </a:p>
          <a:p>
            <a:pPr lvl="1"/>
            <a:r>
              <a:rPr lang="en-US" dirty="0"/>
              <a:t>Sophisticated: Fine tune back-focus and tilt</a:t>
            </a:r>
          </a:p>
          <a:p>
            <a:r>
              <a:rPr lang="en-US" dirty="0"/>
              <a:t>Promote scientific discourse and discovery</a:t>
            </a:r>
          </a:p>
          <a:p>
            <a:pPr lvl="1"/>
            <a:r>
              <a:rPr lang="en-US" dirty="0"/>
              <a:t>No ivory towers: test theories with data</a:t>
            </a:r>
          </a:p>
          <a:p>
            <a:r>
              <a:rPr lang="en-US" dirty="0"/>
              <a:t>Transparent algorithms</a:t>
            </a:r>
          </a:p>
          <a:p>
            <a:pPr lvl="1"/>
            <a:r>
              <a:rPr lang="en-US" dirty="0"/>
              <a:t>No magic parameters!</a:t>
            </a:r>
          </a:p>
          <a:p>
            <a:pPr lvl="1"/>
            <a:r>
              <a:rPr lang="en-US" dirty="0"/>
              <a:t>Fully open source (MPLv2)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</p:spTree>
    <p:extLst>
      <p:ext uri="{BB962C8B-B14F-4D97-AF65-F5344CB8AC3E}">
        <p14:creationId xmlns:p14="http://schemas.microsoft.com/office/powerpoint/2010/main" val="117472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8CB2CA7-E9F0-0DE8-FEC3-FD5E46E4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Myself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28EF2-3983-5BA1-56C1-C7DD71E3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1EED9-B67C-7E42-C787-A6149D03E4D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BAE71-26D3-EDB5-F7B9-5AB0BF60BF0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22300"/>
            <a:ext cx="4114800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17" name="Picture 16" descr="Icon&#10;&#10;Description automatically generated with low confidence">
            <a:extLst>
              <a:ext uri="{FF2B5EF4-FFF2-40B4-BE49-F238E27FC236}">
                <a16:creationId xmlns:a16="http://schemas.microsoft.com/office/drawing/2014/main" id="{0E459BF8-4A69-DD94-53C4-26D6343BC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84" y="1584157"/>
            <a:ext cx="1957137" cy="1957137"/>
          </a:xfrm>
          <a:prstGeom prst="rect">
            <a:avLst/>
          </a:prstGeom>
        </p:spPr>
      </p:pic>
      <p:pic>
        <p:nvPicPr>
          <p:cNvPr id="21" name="Picture 20" descr="Logo&#10;&#10;Description automatically generated">
            <a:extLst>
              <a:ext uri="{FF2B5EF4-FFF2-40B4-BE49-F238E27FC236}">
                <a16:creationId xmlns:a16="http://schemas.microsoft.com/office/drawing/2014/main" id="{E20F7DAD-C8F0-6B4F-775F-87EC085E5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504" y="2512679"/>
            <a:ext cx="2026372" cy="1171074"/>
          </a:xfrm>
          <a:prstGeom prst="rect">
            <a:avLst/>
          </a:prstGeom>
        </p:spPr>
      </p:pic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88ADB99D-11D3-4806-4E4A-9615BAE9A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57" y="4800598"/>
            <a:ext cx="3660858" cy="2057402"/>
          </a:xfrm>
          <a:prstGeom prst="rect">
            <a:avLst/>
          </a:prstGeom>
        </p:spPr>
      </p:pic>
      <p:pic>
        <p:nvPicPr>
          <p:cNvPr id="25" name="Picture 24" descr="A statue of a person holding a torch&#10;&#10;Description automatically generated">
            <a:extLst>
              <a:ext uri="{FF2B5EF4-FFF2-40B4-BE49-F238E27FC236}">
                <a16:creationId xmlns:a16="http://schemas.microsoft.com/office/drawing/2014/main" id="{716FE1B7-B8BA-EC1A-E47C-99BE4D86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8876" y="2749133"/>
            <a:ext cx="1711798" cy="1672724"/>
          </a:xfrm>
          <a:prstGeom prst="rect">
            <a:avLst/>
          </a:prstGeom>
        </p:spPr>
      </p:pic>
      <p:pic>
        <p:nvPicPr>
          <p:cNvPr id="27" name="Picture 26" descr="A person and person posing for a picture&#10;&#10;Description automatically generated with low confidence">
            <a:extLst>
              <a:ext uri="{FF2B5EF4-FFF2-40B4-BE49-F238E27FC236}">
                <a16:creationId xmlns:a16="http://schemas.microsoft.com/office/drawing/2014/main" id="{F76D778D-46E5-783D-9A88-B0FBF49106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348615" y="4195017"/>
            <a:ext cx="2774676" cy="2081007"/>
          </a:xfrm>
          <a:prstGeom prst="rect">
            <a:avLst/>
          </a:prstGeom>
        </p:spPr>
      </p:pic>
      <p:pic>
        <p:nvPicPr>
          <p:cNvPr id="29" name="Picture 28" descr="Shape&#10;&#10;Description automatically generated with low confidence">
            <a:extLst>
              <a:ext uri="{FF2B5EF4-FFF2-40B4-BE49-F238E27FC236}">
                <a16:creationId xmlns:a16="http://schemas.microsoft.com/office/drawing/2014/main" id="{BDDC6C45-E431-32D4-ECCA-AED14BB86F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226" y="1486655"/>
            <a:ext cx="1850606" cy="1850606"/>
          </a:xfrm>
          <a:prstGeom prst="rect">
            <a:avLst/>
          </a:prstGeom>
        </p:spPr>
      </p:pic>
      <p:pic>
        <p:nvPicPr>
          <p:cNvPr id="31" name="Picture 30" descr="Icon&#10;&#10;Description automatically generated">
            <a:extLst>
              <a:ext uri="{FF2B5EF4-FFF2-40B4-BE49-F238E27FC236}">
                <a16:creationId xmlns:a16="http://schemas.microsoft.com/office/drawing/2014/main" id="{0EB47B82-D1CC-32CD-B096-B2831CC47E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892" y="3084264"/>
            <a:ext cx="3702343" cy="2436142"/>
          </a:xfrm>
          <a:prstGeom prst="rect">
            <a:avLst/>
          </a:prstGeom>
        </p:spPr>
      </p:pic>
      <p:pic>
        <p:nvPicPr>
          <p:cNvPr id="33" name="Picture 32" descr="Logo&#10;&#10;Description automatically generated">
            <a:extLst>
              <a:ext uri="{FF2B5EF4-FFF2-40B4-BE49-F238E27FC236}">
                <a16:creationId xmlns:a16="http://schemas.microsoft.com/office/drawing/2014/main" id="{1C08FD68-646A-9CFA-5091-F0A4DE44D5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2461" y="3429244"/>
            <a:ext cx="3435242" cy="281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5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NINA Contributions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AC5FD80-5068-F5F5-6CC9-D1EDA7106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825625"/>
            <a:ext cx="9677400" cy="4351338"/>
          </a:xfrm>
        </p:spPr>
        <p:txBody>
          <a:bodyPr/>
          <a:lstStyle/>
          <a:p>
            <a:r>
              <a:rPr lang="en-US" dirty="0"/>
              <a:t>Dome support, including scope synchronization</a:t>
            </a:r>
          </a:p>
          <a:p>
            <a:r>
              <a:rPr lang="en-US" dirty="0"/>
              <a:t>Center after Drift</a:t>
            </a:r>
          </a:p>
          <a:p>
            <a:r>
              <a:rPr lang="en-US" dirty="0" err="1"/>
              <a:t>MetaGuide</a:t>
            </a:r>
            <a:r>
              <a:rPr lang="en-US" dirty="0"/>
              <a:t> integration</a:t>
            </a:r>
          </a:p>
          <a:p>
            <a:r>
              <a:rPr lang="en-US" dirty="0"/>
              <a:t>SBIG CCD native support</a:t>
            </a:r>
          </a:p>
          <a:p>
            <a:r>
              <a:rPr lang="en-US" dirty="0"/>
              <a:t>Plugins</a:t>
            </a:r>
          </a:p>
          <a:p>
            <a:pPr lvl="1"/>
            <a:r>
              <a:rPr lang="en-US" dirty="0"/>
              <a:t>Orbitals: tracking and imaging comets, asteroids, planets</a:t>
            </a:r>
          </a:p>
          <a:p>
            <a:pPr lvl="1"/>
            <a:r>
              <a:rPr lang="en-US" dirty="0"/>
              <a:t>10u Tools: building models for 10 micron mounts</a:t>
            </a:r>
          </a:p>
          <a:p>
            <a:pPr lvl="1"/>
            <a:r>
              <a:rPr lang="en-US" dirty="0"/>
              <a:t>Hocus Focus: Auto focus, PSF measurement, aberration inspection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</p:spTree>
    <p:extLst>
      <p:ext uri="{BB962C8B-B14F-4D97-AF65-F5344CB8AC3E}">
        <p14:creationId xmlns:p14="http://schemas.microsoft.com/office/powerpoint/2010/main" val="425868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all" spc="400" dirty="0">
                <a:solidFill>
                  <a:schemeClr val="bg1"/>
                </a:solidFill>
                <a:latin typeface="+mn-lt"/>
              </a:rPr>
              <a:t>Agenda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en-US" dirty="0"/>
              <a:t>Scientific Workbench</a:t>
            </a:r>
            <a:endParaRPr lang="en-US" sz="1800" dirty="0">
              <a:solidFill>
                <a:schemeClr val="bg1"/>
              </a:solidFill>
            </a:endParaRPr>
          </a:p>
          <a:p>
            <a:pPr algn="r"/>
            <a:r>
              <a:rPr lang="en-US" dirty="0"/>
              <a:t>Star Measurement</a:t>
            </a:r>
            <a:endParaRPr lang="en-US" sz="1800" dirty="0">
              <a:solidFill>
                <a:schemeClr val="bg1"/>
              </a:solidFill>
            </a:endParaRPr>
          </a:p>
          <a:p>
            <a:pPr algn="r"/>
            <a:r>
              <a:rPr lang="en-US" sz="1800" dirty="0">
                <a:solidFill>
                  <a:schemeClr val="bg1"/>
                </a:solidFill>
              </a:rPr>
              <a:t>Finding Optimal Focus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</a:rPr>
              <a:t>Tilt and </a:t>
            </a:r>
            <a:r>
              <a:rPr lang="en-US" sz="1800" dirty="0" err="1">
                <a:solidFill>
                  <a:schemeClr val="bg1"/>
                </a:solidFill>
              </a:rPr>
              <a:t>Backfocus</a:t>
            </a:r>
            <a:endParaRPr lang="en-US" sz="1800" dirty="0">
              <a:solidFill>
                <a:schemeClr val="bg1"/>
              </a:solidFill>
            </a:endParaRPr>
          </a:p>
          <a:p>
            <a:pPr algn="r"/>
            <a:r>
              <a:rPr lang="en-US" dirty="0"/>
              <a:t>Future Work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25F72-F9A7-42F9-9720-0801ED77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4/24/2023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683834" y="2073722"/>
            <a:ext cx="305930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Picture Placeholder 10" descr="Logo&#10;&#10;Description automatically generated">
            <a:extLst>
              <a:ext uri="{FF2B5EF4-FFF2-40B4-BE49-F238E27FC236}">
                <a16:creationId xmlns:a16="http://schemas.microsoft.com/office/drawing/2014/main" id="{3F77BC28-CF7F-F660-E219-EBB207D4535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8962" r="896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spc="400" dirty="0">
                <a:solidFill>
                  <a:schemeClr val="bg1"/>
                </a:solidFill>
                <a:latin typeface="+mn-lt"/>
              </a:rPr>
              <a:t>Scientific Workbench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Collect the right tools to iterate on new methods</a:t>
            </a:r>
          </a:p>
        </p:txBody>
      </p:sp>
    </p:spTree>
    <p:extLst>
      <p:ext uri="{BB962C8B-B14F-4D97-AF65-F5344CB8AC3E}">
        <p14:creationId xmlns:p14="http://schemas.microsoft.com/office/powerpoint/2010/main" val="2227882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picture containing indoor, wooden, clothespin, plastic&#10;&#10;Description automatically generated">
            <a:extLst>
              <a:ext uri="{FF2B5EF4-FFF2-40B4-BE49-F238E27FC236}">
                <a16:creationId xmlns:a16="http://schemas.microsoft.com/office/drawing/2014/main" id="{20DB7642-D17C-FAE4-7850-C14401582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7183" y="726281"/>
            <a:ext cx="3532228" cy="353222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B4690-41AE-80F0-B4D4-05CE0539349B}"/>
              </a:ext>
            </a:extLst>
          </p:cNvPr>
          <p:cNvSpPr txBox="1"/>
          <p:nvPr/>
        </p:nvSpPr>
        <p:spPr>
          <a:xfrm>
            <a:off x="2382254" y="4259178"/>
            <a:ext cx="71226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View measurements per star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magic knobs, all parameters configurable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Re-analyze with different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Visual inspection of each step of the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996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290A-23DC-4063-18AD-22AA1102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Annotation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11A-D214-4544-B705-3B3D3AB9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D3852-D43A-C46E-A5A8-1FAB0ED5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69" y="1606956"/>
            <a:ext cx="4663844" cy="37950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BD25DC-28B3-AA85-7D6F-40AFB6E0C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917" y="3626009"/>
            <a:ext cx="1158340" cy="2072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8C8A3B-9A1A-2CAA-DFDB-08E1FC98D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788" y="2076223"/>
            <a:ext cx="2644369" cy="312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290A-23DC-4063-18AD-22AA1102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Rejection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11A-D214-4544-B705-3B3D3AB9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603998-9CDE-D020-F065-DF19B517C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4481"/>
            <a:ext cx="4785775" cy="46486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13FC4B-DA82-31E6-D901-FCBA4CED1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094" y="1690688"/>
            <a:ext cx="2949196" cy="420660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E1C9B4-BDAA-E3E5-BF2E-E88032991F86}"/>
              </a:ext>
            </a:extLst>
          </p:cNvPr>
          <p:cNvCxnSpPr/>
          <p:nvPr/>
        </p:nvCxnSpPr>
        <p:spPr>
          <a:xfrm>
            <a:off x="3003259" y="2114026"/>
            <a:ext cx="3681835" cy="84728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D1C0A1-6F6C-6AA8-F531-65D3D75A630F}"/>
              </a:ext>
            </a:extLst>
          </p:cNvPr>
          <p:cNvCxnSpPr/>
          <p:nvPr/>
        </p:nvCxnSpPr>
        <p:spPr>
          <a:xfrm>
            <a:off x="2451289" y="3271706"/>
            <a:ext cx="4233805" cy="1300294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723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290A-23DC-4063-18AD-22AA1102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Tunable 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11A-D214-4544-B705-3B3D3AB9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9DA7F-1C2F-46C5-29CC-6DF8E7DC6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174" y="2294695"/>
            <a:ext cx="3124471" cy="2872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D7D40B-36C4-BA93-8574-89AC80EB7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183" y="4501"/>
            <a:ext cx="2766374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28B84557-B272-0A3B-4013-8767B011E212}"/>
              </a:ext>
            </a:extLst>
          </p:cNvPr>
          <p:cNvSpPr/>
          <p:nvPr/>
        </p:nvSpPr>
        <p:spPr>
          <a:xfrm>
            <a:off x="6096000" y="3305262"/>
            <a:ext cx="1687183" cy="4949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870E73-F96F-AC8E-91E7-B2E9DBF6C12B}"/>
              </a:ext>
            </a:extLst>
          </p:cNvPr>
          <p:cNvSpPr/>
          <p:nvPr/>
        </p:nvSpPr>
        <p:spPr>
          <a:xfrm>
            <a:off x="5016617" y="2294695"/>
            <a:ext cx="1079383" cy="4317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55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290A-23DC-4063-18AD-22AA1102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and Iterate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11A-D214-4544-B705-3B3D3AB9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1F53F7-FE18-170F-69C5-CF7F84DD9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734" y="1862954"/>
            <a:ext cx="5052498" cy="31320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3F3EA4-1672-2245-F25A-9BB05A766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06" y="1323456"/>
            <a:ext cx="9812873" cy="5398019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24542B3-998E-8B6D-1D41-4590610E7236}"/>
              </a:ext>
            </a:extLst>
          </p:cNvPr>
          <p:cNvSpPr/>
          <p:nvPr/>
        </p:nvSpPr>
        <p:spPr>
          <a:xfrm>
            <a:off x="9372600" y="2283894"/>
            <a:ext cx="882316" cy="3651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3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290A-23DC-4063-18AD-22AA1102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Autofocus Replay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11A-D214-4544-B705-3B3D3AB9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DDA61-BCF5-E6F3-C800-58481E64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3056"/>
            <a:ext cx="4442845" cy="4633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2B3779-303F-7B1D-1A78-8523FA942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393056"/>
            <a:ext cx="5310846" cy="5099819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3512DE6-27BD-ABF1-E3E6-5900ED5B78F1}"/>
              </a:ext>
            </a:extLst>
          </p:cNvPr>
          <p:cNvSpPr/>
          <p:nvPr/>
        </p:nvSpPr>
        <p:spPr>
          <a:xfrm>
            <a:off x="6176211" y="5702968"/>
            <a:ext cx="1676400" cy="53741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809897-59F8-6A07-BB3E-C0423D1CC4CE}"/>
              </a:ext>
            </a:extLst>
          </p:cNvPr>
          <p:cNvSpPr/>
          <p:nvPr/>
        </p:nvSpPr>
        <p:spPr>
          <a:xfrm>
            <a:off x="2955637" y="3562989"/>
            <a:ext cx="1533236" cy="5911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7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290A-23DC-4063-18AD-22AA1102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Debugging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11A-D214-4544-B705-3B3D3AB9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B7BA9-3132-958E-798B-ECE02826D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55" y="1905255"/>
            <a:ext cx="2956816" cy="336833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A2D57EC-3822-E714-D09B-6A3DED44C6A0}"/>
              </a:ext>
            </a:extLst>
          </p:cNvPr>
          <p:cNvSpPr/>
          <p:nvPr/>
        </p:nvSpPr>
        <p:spPr>
          <a:xfrm>
            <a:off x="3176337" y="4219074"/>
            <a:ext cx="970547" cy="9625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2C2FB1-EDD0-A8D4-416C-14A2F7418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488" y="1479127"/>
            <a:ext cx="6530906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19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spc="400" dirty="0">
                <a:solidFill>
                  <a:schemeClr val="bg1"/>
                </a:solidFill>
                <a:latin typeface="+mn-lt"/>
              </a:rPr>
              <a:t>Measuring Stars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Size, Shape, Center Position,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229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AC5FD80-5068-F5F5-6CC9-D1EDA7106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825625"/>
            <a:ext cx="9677400" cy="4351338"/>
          </a:xfrm>
        </p:spPr>
        <p:txBody>
          <a:bodyPr/>
          <a:lstStyle/>
          <a:p>
            <a:r>
              <a:rPr lang="en-US" dirty="0"/>
              <a:t>Identify star candidates</a:t>
            </a:r>
          </a:p>
          <a:p>
            <a:r>
              <a:rPr lang="en-US" dirty="0"/>
              <a:t>Reject low-quality or poor matches</a:t>
            </a:r>
          </a:p>
          <a:p>
            <a:pPr lvl="1"/>
            <a:r>
              <a:rPr lang="en-US" dirty="0"/>
              <a:t>Double stars</a:t>
            </a:r>
          </a:p>
          <a:p>
            <a:pPr lvl="1"/>
            <a:r>
              <a:rPr lang="en-US" dirty="0"/>
              <a:t>Distorted</a:t>
            </a:r>
          </a:p>
          <a:p>
            <a:pPr lvl="1"/>
            <a:r>
              <a:rPr lang="en-US" dirty="0"/>
              <a:t>Flat discs</a:t>
            </a:r>
          </a:p>
          <a:p>
            <a:r>
              <a:rPr lang="en-US" dirty="0"/>
              <a:t>Measure heuristic for star focus</a:t>
            </a:r>
          </a:p>
          <a:p>
            <a:pPr lvl="1"/>
            <a:r>
              <a:rPr lang="en-US" dirty="0"/>
              <a:t>FWHM or HFR?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</p:spTree>
    <p:extLst>
      <p:ext uri="{BB962C8B-B14F-4D97-AF65-F5344CB8AC3E}">
        <p14:creationId xmlns:p14="http://schemas.microsoft.com/office/powerpoint/2010/main" val="374134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1 – </a:t>
            </a:r>
            <a:r>
              <a:rPr lang="en-US" dirty="0" err="1"/>
              <a:t>Hotpixel</a:t>
            </a:r>
            <a:r>
              <a:rPr lang="en-US" dirty="0"/>
              <a:t> Filtering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AC5FD80-5068-F5F5-6CC9-D1EDA7106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825625"/>
            <a:ext cx="9677400" cy="889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Simple (low-overhead) – 3x3 Median Blur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152C14-AF4D-5C04-63C7-9DE880AF9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679" y="2283612"/>
            <a:ext cx="4930567" cy="18289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D31588-82E2-9F53-C753-DAE892A68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915" y="5056726"/>
            <a:ext cx="2690093" cy="112023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C78F2AD1-AF84-523A-E781-355B6782670E}"/>
              </a:ext>
            </a:extLst>
          </p:cNvPr>
          <p:cNvSpPr/>
          <p:nvPr/>
        </p:nvSpPr>
        <p:spPr>
          <a:xfrm>
            <a:off x="6096000" y="5449455"/>
            <a:ext cx="1031008" cy="3417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95A45E52-E1A1-A095-F430-9AA83467DE76}"/>
              </a:ext>
            </a:extLst>
          </p:cNvPr>
          <p:cNvSpPr txBox="1">
            <a:spLocks/>
          </p:cNvSpPr>
          <p:nvPr/>
        </p:nvSpPr>
        <p:spPr>
          <a:xfrm>
            <a:off x="1577183" y="4207597"/>
            <a:ext cx="9677400" cy="889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Thresholding (preferred) – Filter when large diff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81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animBg="1"/>
      <p:bldP spid="1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2 – Noise Reduction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AC5FD80-5068-F5F5-6CC9-D1EDA7106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63" y="1825625"/>
            <a:ext cx="4419600" cy="714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Gaussian Convolution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855D9-AD8F-AFA5-F082-68E58908E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11" y="1572861"/>
            <a:ext cx="2535325" cy="5030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D2378A-F594-20F7-20FE-2C0BAC6B4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687" y="2820070"/>
            <a:ext cx="2758679" cy="396274"/>
          </a:xfrm>
          <a:prstGeom prst="rect">
            <a:avLst/>
          </a:prstGeom>
        </p:spPr>
      </p:pic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FDB2CF47-0437-465C-EE7F-ED8867A4EAA2}"/>
              </a:ext>
            </a:extLst>
          </p:cNvPr>
          <p:cNvSpPr txBox="1">
            <a:spLocks/>
          </p:cNvSpPr>
          <p:nvPr/>
        </p:nvSpPr>
        <p:spPr>
          <a:xfrm>
            <a:off x="5523687" y="3496414"/>
            <a:ext cx="4419600" cy="714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Stdev</a:t>
            </a:r>
            <a:r>
              <a:rPr lang="en-US" dirty="0"/>
              <a:t> = Radius * 2 + 1</a:t>
            </a:r>
          </a:p>
        </p:txBody>
      </p:sp>
    </p:spTree>
    <p:extLst>
      <p:ext uri="{BB962C8B-B14F-4D97-AF65-F5344CB8AC3E}">
        <p14:creationId xmlns:p14="http://schemas.microsoft.com/office/powerpoint/2010/main" val="12595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3 – Structure Detection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70FDEB-D635-CD72-7DFD-B464A506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939" y="2041445"/>
            <a:ext cx="2834886" cy="5029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C6FD99-B87D-6ABE-56A0-64168A52A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939" y="4026570"/>
            <a:ext cx="2690093" cy="5791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9E237D-F1A4-FE67-4FA2-06A248277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835" y="3033513"/>
            <a:ext cx="2766300" cy="4648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06F7A2-3BEC-B785-2BCB-7D81424E94E3}"/>
              </a:ext>
            </a:extLst>
          </p:cNvPr>
          <p:cNvSpPr txBox="1"/>
          <p:nvPr/>
        </p:nvSpPr>
        <p:spPr>
          <a:xfrm>
            <a:off x="5624944" y="1969761"/>
            <a:ext cx="499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Wavelet to extract structures</a:t>
            </a:r>
          </a:p>
          <a:p>
            <a:r>
              <a:rPr lang="en-US" dirty="0"/>
              <a:t>Larger = bigger stars = longer focal length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DC4893-06C6-25B4-95DB-B75336C85FAC}"/>
              </a:ext>
            </a:extLst>
          </p:cNvPr>
          <p:cNvSpPr txBox="1"/>
          <p:nvPr/>
        </p:nvSpPr>
        <p:spPr>
          <a:xfrm>
            <a:off x="5624942" y="2914485"/>
            <a:ext cx="499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Kappa Sigma background noise estimate</a:t>
            </a:r>
          </a:p>
          <a:p>
            <a:r>
              <a:rPr lang="en-US" dirty="0"/>
              <a:t>Larger = higher background noise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AA5D4B-1B8B-BAD4-F39C-B33B8DFD5C1E}"/>
              </a:ext>
            </a:extLst>
          </p:cNvPr>
          <p:cNvSpPr txBox="1"/>
          <p:nvPr/>
        </p:nvSpPr>
        <p:spPr>
          <a:xfrm>
            <a:off x="5624942" y="3992989"/>
            <a:ext cx="499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Dilate star candidate structures</a:t>
            </a:r>
          </a:p>
          <a:p>
            <a:r>
              <a:rPr lang="en-US" dirty="0"/>
              <a:t>Off by default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4C6A9B-FFB8-72B1-183F-1430C109C2F6}"/>
              </a:ext>
            </a:extLst>
          </p:cNvPr>
          <p:cNvSpPr txBox="1"/>
          <p:nvPr/>
        </p:nvSpPr>
        <p:spPr>
          <a:xfrm>
            <a:off x="3581401" y="4901360"/>
            <a:ext cx="4996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Binarize</a:t>
            </a:r>
            <a:endParaRPr lang="en-US" b="1" dirty="0"/>
          </a:p>
          <a:p>
            <a:pPr algn="ctr"/>
            <a:r>
              <a:rPr lang="en-US" dirty="0"/>
              <a:t>Noise Clipping Multiplier * noise estimate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4DB4A9-95B4-11FB-15A0-0F8A99631A5B}"/>
              </a:ext>
            </a:extLst>
          </p:cNvPr>
          <p:cNvSpPr txBox="1"/>
          <p:nvPr/>
        </p:nvSpPr>
        <p:spPr>
          <a:xfrm>
            <a:off x="3581401" y="5946284"/>
            <a:ext cx="4996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Star candidate boxes</a:t>
            </a:r>
          </a:p>
        </p:txBody>
      </p:sp>
    </p:spTree>
    <p:extLst>
      <p:ext uri="{BB962C8B-B14F-4D97-AF65-F5344CB8AC3E}">
        <p14:creationId xmlns:p14="http://schemas.microsoft.com/office/powerpoint/2010/main" val="122779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2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4 - Rejection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AC5FD80-5068-F5F5-6CC9-D1EDA7106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825625"/>
            <a:ext cx="5454073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Has saturated pixels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Touching border of image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Elongated/Distorted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Too dim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Centroid not centered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Too flat/no peak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AB6C48-7F71-A3B3-BC37-B8BFA3AE8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575" y="1810327"/>
            <a:ext cx="2728196" cy="4191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C2C91F-2073-EB5C-592E-CA6EC2374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195" y="2611447"/>
            <a:ext cx="2720576" cy="434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27B5A4-5B45-10E9-59E0-BAB1CFA20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195" y="3252534"/>
            <a:ext cx="2606266" cy="350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FA3CAB-6188-AB48-2D6E-56D029E19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816" y="3896633"/>
            <a:ext cx="2712955" cy="3505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0B1C15-C87F-C791-BC30-F233DDA3C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9195" y="4489515"/>
            <a:ext cx="2682472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5 – HFR Measurement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134D3F-8679-FDF6-E04A-3E992F0F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872" y="2501836"/>
            <a:ext cx="2911092" cy="14479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830E8F-2DE9-5F31-C14E-08BC9E27603F}"/>
              </a:ext>
            </a:extLst>
          </p:cNvPr>
          <p:cNvSpPr txBox="1"/>
          <p:nvPr/>
        </p:nvSpPr>
        <p:spPr>
          <a:xfrm>
            <a:off x="5809672" y="2764133"/>
            <a:ext cx="5087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Sum of pixel brightness * center distance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Sum of pixel brightness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6C528B-5A8F-5269-F1AF-B447BC043C84}"/>
              </a:ext>
            </a:extLst>
          </p:cNvPr>
          <p:cNvCxnSpPr/>
          <p:nvPr/>
        </p:nvCxnSpPr>
        <p:spPr>
          <a:xfrm>
            <a:off x="6096000" y="3225798"/>
            <a:ext cx="45073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5C0FDC9-C730-3739-31AD-43D4CDC8EFF6}"/>
              </a:ext>
            </a:extLst>
          </p:cNvPr>
          <p:cNvSpPr txBox="1"/>
          <p:nvPr/>
        </p:nvSpPr>
        <p:spPr>
          <a:xfrm>
            <a:off x="2469573" y="4709180"/>
            <a:ext cx="8091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Distance containing half of star brightness</a:t>
            </a:r>
          </a:p>
        </p:txBody>
      </p:sp>
    </p:spTree>
    <p:extLst>
      <p:ext uri="{BB962C8B-B14F-4D97-AF65-F5344CB8AC3E}">
        <p14:creationId xmlns:p14="http://schemas.microsoft.com/office/powerpoint/2010/main" val="7548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6 – FWHM Measurement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783A8F-536F-6996-34DF-BFCAB004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607" y="1690688"/>
            <a:ext cx="4313294" cy="1463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DF0735-156F-71E0-D98E-0D98FDD1522B}"/>
              </a:ext>
            </a:extLst>
          </p:cNvPr>
          <p:cNvSpPr txBox="1"/>
          <p:nvPr/>
        </p:nvSpPr>
        <p:spPr>
          <a:xfrm>
            <a:off x="6668655" y="1838036"/>
            <a:ext cx="468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 Spread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B982B5-C201-B193-41F9-0D5D247BB04C}"/>
              </a:ext>
            </a:extLst>
          </p:cNvPr>
          <p:cNvSpPr txBox="1"/>
          <p:nvPr/>
        </p:nvSpPr>
        <p:spPr>
          <a:xfrm>
            <a:off x="6668654" y="2474850"/>
            <a:ext cx="4969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Non-linear optimization. No direct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75145-0BD6-11BE-A356-46FBF202F0D3}"/>
              </a:ext>
            </a:extLst>
          </p:cNvPr>
          <p:cNvSpPr txBox="1"/>
          <p:nvPr/>
        </p:nvSpPr>
        <p:spPr>
          <a:xfrm>
            <a:off x="3602182" y="3429000"/>
            <a:ext cx="5975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= background ADU</a:t>
            </a:r>
          </a:p>
          <a:p>
            <a:r>
              <a:rPr lang="en-US" dirty="0"/>
              <a:t>A = center ADU</a:t>
            </a:r>
          </a:p>
          <a:p>
            <a:r>
              <a:rPr lang="en-US" dirty="0"/>
              <a:t>x0, y0 = center</a:t>
            </a:r>
          </a:p>
          <a:p>
            <a:r>
              <a:rPr lang="el-GR" sz="1800" dirty="0"/>
              <a:t>β</a:t>
            </a:r>
            <a:r>
              <a:rPr lang="en-US" sz="1800" dirty="0"/>
              <a:t> = Moffat Beta (1.4)</a:t>
            </a:r>
          </a:p>
          <a:p>
            <a:r>
              <a:rPr lang="el-GR" sz="1800" dirty="0"/>
              <a:t>σ</a:t>
            </a:r>
            <a:r>
              <a:rPr lang="en-US" sz="1800" dirty="0"/>
              <a:t>x,</a:t>
            </a:r>
            <a:r>
              <a:rPr lang="en-US" dirty="0">
                <a:latin typeface="MS Shell Dlg 2" panose="020B0604030504040204" pitchFamily="34" charset="0"/>
              </a:rPr>
              <a:t> </a:t>
            </a:r>
            <a:r>
              <a:rPr lang="el-GR" sz="1800" dirty="0"/>
              <a:t>σ</a:t>
            </a:r>
            <a:r>
              <a:rPr lang="en-US" sz="1800" dirty="0"/>
              <a:t>y = FWHM sigma (solving for)</a:t>
            </a:r>
            <a:endParaRPr lang="el-GR" sz="1800" dirty="0">
              <a:latin typeface="MS Shell Dlg 2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EF8957-679E-C44B-FCCD-847D7CF88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318" y="5321382"/>
            <a:ext cx="1455546" cy="5791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F58AEE-51DA-C327-5952-CD218AB5BAD8}"/>
              </a:ext>
            </a:extLst>
          </p:cNvPr>
          <p:cNvSpPr txBox="1"/>
          <p:nvPr/>
        </p:nvSpPr>
        <p:spPr>
          <a:xfrm>
            <a:off x="4876799" y="5426301"/>
            <a:ext cx="3583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 sigma to FWHM pixels</a:t>
            </a:r>
          </a:p>
        </p:txBody>
      </p:sp>
    </p:spTree>
    <p:extLst>
      <p:ext uri="{BB962C8B-B14F-4D97-AF65-F5344CB8AC3E}">
        <p14:creationId xmlns:p14="http://schemas.microsoft.com/office/powerpoint/2010/main" val="396540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spc="400" dirty="0">
                <a:solidFill>
                  <a:schemeClr val="bg1"/>
                </a:solidFill>
                <a:latin typeface="+mn-lt"/>
              </a:rPr>
              <a:t>Autofocus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Optimal Focus</a:t>
            </a:r>
          </a:p>
        </p:txBody>
      </p:sp>
    </p:spTree>
    <p:extLst>
      <p:ext uri="{BB962C8B-B14F-4D97-AF65-F5344CB8AC3E}">
        <p14:creationId xmlns:p14="http://schemas.microsoft.com/office/powerpoint/2010/main" val="3999911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Hyperbolic Fit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261188-2B94-9A1E-954E-001A033F6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76" y="1630227"/>
            <a:ext cx="5730737" cy="52277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8BC19F-4CEC-FF7F-2EFC-92F4F0C58B01}"/>
              </a:ext>
            </a:extLst>
          </p:cNvPr>
          <p:cNvSpPr txBox="1"/>
          <p:nvPr/>
        </p:nvSpPr>
        <p:spPr>
          <a:xfrm>
            <a:off x="8414327" y="1524000"/>
            <a:ext cx="293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HFR Std Dev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D15ECE-D0D0-4FBF-6A01-C4F74A57105D}"/>
              </a:ext>
            </a:extLst>
          </p:cNvPr>
          <p:cNvSpPr txBox="1"/>
          <p:nvPr/>
        </p:nvSpPr>
        <p:spPr>
          <a:xfrm>
            <a:off x="8414326" y="2367477"/>
            <a:ext cx="293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343514-E377-FBC3-F2A1-43A300937591}"/>
              </a:ext>
            </a:extLst>
          </p:cNvPr>
          <p:cNvSpPr txBox="1"/>
          <p:nvPr/>
        </p:nvSpPr>
        <p:spPr>
          <a:xfrm>
            <a:off x="8414326" y="3160299"/>
            <a:ext cx="293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Goodness of Fit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695A3CB-D6E6-C00A-4E1F-2E50FE0E22A9}"/>
              </a:ext>
            </a:extLst>
          </p:cNvPr>
          <p:cNvCxnSpPr>
            <a:stCxn id="16" idx="1"/>
          </p:cNvCxnSpPr>
          <p:nvPr/>
        </p:nvCxnSpPr>
        <p:spPr>
          <a:xfrm flipH="1">
            <a:off x="6881091" y="1708666"/>
            <a:ext cx="1533236" cy="387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6BA2EA-6179-A533-9963-70DCF602D36D}"/>
              </a:ext>
            </a:extLst>
          </p:cNvPr>
          <p:cNvCxnSpPr>
            <a:stCxn id="17" idx="1"/>
          </p:cNvCxnSpPr>
          <p:nvPr/>
        </p:nvCxnSpPr>
        <p:spPr>
          <a:xfrm flipH="1">
            <a:off x="4784436" y="2552143"/>
            <a:ext cx="3629890" cy="2040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F713A51-BAF9-90DD-0876-11172A28F24A}"/>
              </a:ext>
            </a:extLst>
          </p:cNvPr>
          <p:cNvCxnSpPr>
            <a:stCxn id="18" idx="1"/>
          </p:cNvCxnSpPr>
          <p:nvPr/>
        </p:nvCxnSpPr>
        <p:spPr>
          <a:xfrm flipH="1">
            <a:off x="4876800" y="3344965"/>
            <a:ext cx="3537526" cy="2751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201FD64E-3F71-D687-DB90-46A3FCEE4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000" y="4649066"/>
            <a:ext cx="4124123" cy="73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Doesn’t fit?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8E3A2B-1219-FAAA-DF37-C20FABB8F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183" y="1690688"/>
            <a:ext cx="5578323" cy="46486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470F63-A9CD-79DB-B2A3-338D4D4F1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018" y="761769"/>
            <a:ext cx="2796782" cy="266723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4082FD-3537-E17F-4B27-270E174BA958}"/>
              </a:ext>
            </a:extLst>
          </p:cNvPr>
          <p:cNvCxnSpPr>
            <a:endCxn id="8" idx="1"/>
          </p:cNvCxnSpPr>
          <p:nvPr/>
        </p:nvCxnSpPr>
        <p:spPr>
          <a:xfrm flipV="1">
            <a:off x="6696364" y="2095385"/>
            <a:ext cx="1860654" cy="281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A54547E-B92D-6FD4-4FBC-D4E8D653A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018" y="4026570"/>
            <a:ext cx="2331922" cy="221761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4D20A9-400E-BD22-B4C8-300CE31E9465}"/>
              </a:ext>
            </a:extLst>
          </p:cNvPr>
          <p:cNvCxnSpPr/>
          <p:nvPr/>
        </p:nvCxnSpPr>
        <p:spPr>
          <a:xfrm>
            <a:off x="2299855" y="1976582"/>
            <a:ext cx="6257163" cy="332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78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554DA-9AA9-1280-1ED7-04063C003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56" y="1409895"/>
            <a:ext cx="5616427" cy="5082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921C4D-6DF7-A637-1957-4AF669500D18}"/>
              </a:ext>
            </a:extLst>
          </p:cNvPr>
          <p:cNvSpPr txBox="1"/>
          <p:nvPr/>
        </p:nvSpPr>
        <p:spPr>
          <a:xfrm>
            <a:off x="7980218" y="1027906"/>
            <a:ext cx="362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Outlier rejection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6B1C0D-2BAE-6233-6DB7-E1C303B5D574}"/>
              </a:ext>
            </a:extLst>
          </p:cNvPr>
          <p:cNvCxnSpPr>
            <a:stCxn id="9" idx="1"/>
          </p:cNvCxnSpPr>
          <p:nvPr/>
        </p:nvCxnSpPr>
        <p:spPr>
          <a:xfrm flipH="1">
            <a:off x="6807200" y="1212572"/>
            <a:ext cx="1173018" cy="930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00E2B9-183A-0854-AFAD-BBE5D7278F51}"/>
              </a:ext>
            </a:extLst>
          </p:cNvPr>
          <p:cNvSpPr txBox="1"/>
          <p:nvPr/>
        </p:nvSpPr>
        <p:spPr>
          <a:xfrm>
            <a:off x="7980217" y="2212419"/>
            <a:ext cx="362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Hyperbola with different slopes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3F3341-742D-8396-5D62-50C44930FE64}"/>
              </a:ext>
            </a:extLst>
          </p:cNvPr>
          <p:cNvCxnSpPr>
            <a:stCxn id="17" idx="1"/>
          </p:cNvCxnSpPr>
          <p:nvPr/>
        </p:nvCxnSpPr>
        <p:spPr>
          <a:xfrm flipH="1">
            <a:off x="6515100" y="2397085"/>
            <a:ext cx="1465117" cy="27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48289E-99BD-29E5-9149-63A196A8D4BB}"/>
              </a:ext>
            </a:extLst>
          </p:cNvPr>
          <p:cNvCxnSpPr>
            <a:stCxn id="17" idx="1"/>
          </p:cNvCxnSpPr>
          <p:nvPr/>
        </p:nvCxnSpPr>
        <p:spPr>
          <a:xfrm flipH="1">
            <a:off x="3639127" y="2397085"/>
            <a:ext cx="4341090" cy="1408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6F93DFB-C684-0F82-2081-BCE24AE741CD}"/>
              </a:ext>
            </a:extLst>
          </p:cNvPr>
          <p:cNvSpPr txBox="1"/>
          <p:nvPr/>
        </p:nvSpPr>
        <p:spPr>
          <a:xfrm>
            <a:off x="7980217" y="4906517"/>
            <a:ext cx="362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Minima changed by 34 steps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66EC18-71AF-77DC-8B8B-89AFABFEFDCA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4313382" y="4394730"/>
            <a:ext cx="3666835" cy="69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4B24431-C110-3B87-903F-785FA92605D6}"/>
              </a:ext>
            </a:extLst>
          </p:cNvPr>
          <p:cNvSpPr txBox="1"/>
          <p:nvPr/>
        </p:nvSpPr>
        <p:spPr>
          <a:xfrm>
            <a:off x="7980216" y="3546058"/>
            <a:ext cx="362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Higher error = lower weight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47CA80-67AA-A9D8-3D12-5DC557BA1CD4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6271491" y="2984982"/>
            <a:ext cx="1708725" cy="745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39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3" grpId="0"/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Options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67C26B-813F-CD70-76BD-FADE8B058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175" y="1690688"/>
            <a:ext cx="4900085" cy="430567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E9BD430-4413-DF69-2BDB-C3337B175930}"/>
              </a:ext>
            </a:extLst>
          </p:cNvPr>
          <p:cNvSpPr/>
          <p:nvPr/>
        </p:nvSpPr>
        <p:spPr>
          <a:xfrm>
            <a:off x="4193309" y="4294909"/>
            <a:ext cx="1173018" cy="3140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4C0FBE-8E01-0C17-E772-EDE8EB599C9B}"/>
              </a:ext>
            </a:extLst>
          </p:cNvPr>
          <p:cNvSpPr/>
          <p:nvPr/>
        </p:nvSpPr>
        <p:spPr>
          <a:xfrm>
            <a:off x="4193309" y="4787726"/>
            <a:ext cx="1173018" cy="3140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1E6950-392B-494C-F694-2F3A1B8503AC}"/>
              </a:ext>
            </a:extLst>
          </p:cNvPr>
          <p:cNvSpPr/>
          <p:nvPr/>
        </p:nvSpPr>
        <p:spPr>
          <a:xfrm>
            <a:off x="4193309" y="5069435"/>
            <a:ext cx="1173018" cy="3140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22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spc="400" dirty="0">
                <a:solidFill>
                  <a:schemeClr val="bg1"/>
                </a:solidFill>
                <a:latin typeface="+mn-lt"/>
              </a:rPr>
              <a:t>Aberration Inspection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Measuring and correcting tilt and back-focus</a:t>
            </a:r>
          </a:p>
        </p:txBody>
      </p:sp>
    </p:spTree>
    <p:extLst>
      <p:ext uri="{BB962C8B-B14F-4D97-AF65-F5344CB8AC3E}">
        <p14:creationId xmlns:p14="http://schemas.microsoft.com/office/powerpoint/2010/main" val="3989934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FDD5002-07AD-1FD1-A25C-C8D59C4AC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964" y="726281"/>
            <a:ext cx="7804727" cy="30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0EE207-B708-3F25-E308-749CFC7B4D83}"/>
              </a:ext>
            </a:extLst>
          </p:cNvPr>
          <p:cNvSpPr txBox="1"/>
          <p:nvPr/>
        </p:nvSpPr>
        <p:spPr>
          <a:xfrm>
            <a:off x="822833" y="2200696"/>
            <a:ext cx="4535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Back-focus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C03CE-E859-CFF8-4418-18A07FA21D50}"/>
              </a:ext>
            </a:extLst>
          </p:cNvPr>
          <p:cNvSpPr txBox="1"/>
          <p:nvPr/>
        </p:nvSpPr>
        <p:spPr>
          <a:xfrm>
            <a:off x="7264400" y="4043671"/>
            <a:ext cx="4535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Tilt</a:t>
            </a:r>
            <a:endParaRPr lang="en-US" b="1" dirty="0"/>
          </a:p>
        </p:txBody>
      </p:sp>
      <p:pic>
        <p:nvPicPr>
          <p:cNvPr id="2050" name="Picture 2" descr="Back Focus Spacing Guide">
            <a:extLst>
              <a:ext uri="{FF2B5EF4-FFF2-40B4-BE49-F238E27FC236}">
                <a16:creationId xmlns:a16="http://schemas.microsoft.com/office/drawing/2014/main" id="{933E76EE-9FCE-5D87-08F0-9A88EEE6F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027" y="2726314"/>
            <a:ext cx="2210666" cy="393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1566CE-E4C4-EBFC-9854-1C4C603F94CC}"/>
              </a:ext>
            </a:extLst>
          </p:cNvPr>
          <p:cNvSpPr txBox="1"/>
          <p:nvPr/>
        </p:nvSpPr>
        <p:spPr>
          <a:xfrm>
            <a:off x="5357887" y="4607195"/>
            <a:ext cx="4535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Similar, but at a gradient</a:t>
            </a:r>
          </a:p>
        </p:txBody>
      </p:sp>
    </p:spTree>
    <p:extLst>
      <p:ext uri="{BB962C8B-B14F-4D97-AF65-F5344CB8AC3E}">
        <p14:creationId xmlns:p14="http://schemas.microsoft.com/office/powerpoint/2010/main" val="3461759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Corners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C547E9-D978-4BCD-9993-B971A0F299C5}"/>
              </a:ext>
            </a:extLst>
          </p:cNvPr>
          <p:cNvSpPr txBox="1"/>
          <p:nvPr/>
        </p:nvSpPr>
        <p:spPr>
          <a:xfrm>
            <a:off x="1773382" y="1690688"/>
            <a:ext cx="10418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Credit: Chris White</a:t>
            </a:r>
          </a:p>
          <a:p>
            <a:r>
              <a:rPr lang="en-US" sz="1600" dirty="0"/>
              <a:t>Cloudy Nights Thread - https://www.cloudynights.com/topic/809050-tilt-discussion-astap/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CCDA2-F01E-C491-F9F5-06ABDC20B1FB}"/>
              </a:ext>
            </a:extLst>
          </p:cNvPr>
          <p:cNvSpPr txBox="1"/>
          <p:nvPr/>
        </p:nvSpPr>
        <p:spPr>
          <a:xfrm>
            <a:off x="2731655" y="3324186"/>
            <a:ext cx="7250545" cy="1885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Divide sensor into grid (3x3)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Calculate optimal focus in center and corners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No tilt = corners arrive at focus together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Perfect </a:t>
            </a:r>
            <a:r>
              <a:rPr lang="en-US" sz="2000" dirty="0" err="1"/>
              <a:t>backfocus</a:t>
            </a:r>
            <a:r>
              <a:rPr lang="en-US" sz="2000" dirty="0"/>
              <a:t> = corners arrive at focus with center</a:t>
            </a:r>
          </a:p>
        </p:txBody>
      </p:sp>
    </p:spTree>
    <p:extLst>
      <p:ext uri="{BB962C8B-B14F-4D97-AF65-F5344CB8AC3E}">
        <p14:creationId xmlns:p14="http://schemas.microsoft.com/office/powerpoint/2010/main" val="392223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Automated in NINA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65CBE-7882-8A72-668D-B870631D3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08701"/>
            <a:ext cx="5159187" cy="251481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12C3EA0-4903-000F-8340-9386D1BE7E7A}"/>
              </a:ext>
            </a:extLst>
          </p:cNvPr>
          <p:cNvSpPr/>
          <p:nvPr/>
        </p:nvSpPr>
        <p:spPr>
          <a:xfrm>
            <a:off x="2576945" y="3429000"/>
            <a:ext cx="1145310" cy="3948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900888-BB99-15EA-35AB-345B44D54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201" y="2552327"/>
            <a:ext cx="5532599" cy="43056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5D1D12-5D90-CF9A-971B-DDA8A119CFF9}"/>
              </a:ext>
            </a:extLst>
          </p:cNvPr>
          <p:cNvSpPr txBox="1"/>
          <p:nvPr/>
        </p:nvSpPr>
        <p:spPr>
          <a:xfrm>
            <a:off x="8321964" y="1117600"/>
            <a:ext cx="2807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Replay or run live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DA595F-88CD-5335-25E4-08680662DA85}"/>
              </a:ext>
            </a:extLst>
          </p:cNvPr>
          <p:cNvCxnSpPr>
            <a:stCxn id="11" idx="1"/>
          </p:cNvCxnSpPr>
          <p:nvPr/>
        </p:nvCxnSpPr>
        <p:spPr>
          <a:xfrm flipH="1">
            <a:off x="5329382" y="1302266"/>
            <a:ext cx="2992582" cy="554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217034-A71C-54C1-048B-4EB6F9107A81}"/>
              </a:ext>
            </a:extLst>
          </p:cNvPr>
          <p:cNvSpPr txBox="1"/>
          <p:nvPr/>
        </p:nvSpPr>
        <p:spPr>
          <a:xfrm>
            <a:off x="2410691" y="4414982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 tilt!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39987B-C1EF-3613-BED9-41CB7AD3F91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657600" y="4599648"/>
            <a:ext cx="4953000" cy="1117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FAC5D3-51E7-7E56-B90F-AB156FF8F84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657600" y="4599648"/>
            <a:ext cx="5597254" cy="956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FB922B4-46EE-0A6F-0A8B-F29B80833563}"/>
              </a:ext>
            </a:extLst>
          </p:cNvPr>
          <p:cNvSpPr txBox="1"/>
          <p:nvPr/>
        </p:nvSpPr>
        <p:spPr>
          <a:xfrm>
            <a:off x="1212057" y="5458691"/>
            <a:ext cx="3964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Tilt and back-focus mixed together…</a:t>
            </a:r>
          </a:p>
        </p:txBody>
      </p:sp>
    </p:spTree>
    <p:extLst>
      <p:ext uri="{BB962C8B-B14F-4D97-AF65-F5344CB8AC3E}">
        <p14:creationId xmlns:p14="http://schemas.microsoft.com/office/powerpoint/2010/main" val="398556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4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Sensor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24B56-C024-C726-E52C-7D9FAFF8A722}"/>
              </a:ext>
            </a:extLst>
          </p:cNvPr>
          <p:cNvSpPr txBox="1"/>
          <p:nvPr/>
        </p:nvSpPr>
        <p:spPr>
          <a:xfrm>
            <a:off x="1676400" y="1506022"/>
            <a:ext cx="61006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Credit: Frank Freestar8n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1831EF-9125-FC72-A72D-913B6408C8ED}"/>
              </a:ext>
            </a:extLst>
          </p:cNvPr>
          <p:cNvSpPr txBox="1"/>
          <p:nvPr/>
        </p:nvSpPr>
        <p:spPr>
          <a:xfrm>
            <a:off x="2890982" y="2235200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46823-24B3-1666-6617-D02D6DC9E654}"/>
              </a:ext>
            </a:extLst>
          </p:cNvPr>
          <p:cNvSpPr txBox="1"/>
          <p:nvPr/>
        </p:nvSpPr>
        <p:spPr>
          <a:xfrm>
            <a:off x="3366655" y="4516108"/>
            <a:ext cx="7278254" cy="167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Calculate focus position for every star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Fit a 3d paraboloid across the sensor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 a tilt plane to calculate both at the same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C354FF-6171-FC1B-9AB2-C388D526E0C0}"/>
              </a:ext>
            </a:extLst>
          </p:cNvPr>
          <p:cNvSpPr txBox="1"/>
          <p:nvPr/>
        </p:nvSpPr>
        <p:spPr>
          <a:xfrm>
            <a:off x="2890982" y="4162940"/>
            <a:ext cx="699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Approach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746472-E912-CE6D-3F55-B97159A4ACA5}"/>
              </a:ext>
            </a:extLst>
          </p:cNvPr>
          <p:cNvSpPr txBox="1"/>
          <p:nvPr/>
        </p:nvSpPr>
        <p:spPr>
          <a:xfrm>
            <a:off x="3366655" y="2840182"/>
            <a:ext cx="7278254" cy="167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Corners model coarse due to averaging across regions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Tilt must be corrected to measure back-focus error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52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Mathematical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2C572-9A32-635E-DCEA-784C27FAB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720" y="3230290"/>
            <a:ext cx="1950889" cy="6858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011198-0E8C-334D-8C8F-F07BF5E8A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132" y="3752515"/>
            <a:ext cx="1646063" cy="6858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6D4114-45F8-D54C-2915-9EFB134EF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132" y="4341665"/>
            <a:ext cx="3642676" cy="6248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E92922-A4C3-19FB-40EB-E13887F49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3132" y="5060685"/>
            <a:ext cx="4701947" cy="6248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5C11AC-D817-F96E-C77B-E347CD082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3132" y="5767049"/>
            <a:ext cx="3200677" cy="5182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2D1B9F-8C6E-77E5-482D-6E29BF5C3C26}"/>
              </a:ext>
            </a:extLst>
          </p:cNvPr>
          <p:cNvSpPr txBox="1"/>
          <p:nvPr/>
        </p:nvSpPr>
        <p:spPr>
          <a:xfrm>
            <a:off x="4401153" y="3631615"/>
            <a:ext cx="3561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 from sensor center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343BC-E75D-8015-98C3-15553EFDE0CC}"/>
              </a:ext>
            </a:extLst>
          </p:cNvPr>
          <p:cNvSpPr txBox="1"/>
          <p:nvPr/>
        </p:nvSpPr>
        <p:spPr>
          <a:xfrm>
            <a:off x="6785955" y="4469446"/>
            <a:ext cx="3561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from curvature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74910C-7AAC-2854-8268-829C5C57A07E}"/>
              </a:ext>
            </a:extLst>
          </p:cNvPr>
          <p:cNvSpPr txBox="1"/>
          <p:nvPr/>
        </p:nvSpPr>
        <p:spPr>
          <a:xfrm>
            <a:off x="7418646" y="5188466"/>
            <a:ext cx="3561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from tilt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2D9767-C2E9-EBE6-2D74-2FD0AC5957E3}"/>
              </a:ext>
            </a:extLst>
          </p:cNvPr>
          <p:cNvSpPr txBox="1"/>
          <p:nvPr/>
        </p:nvSpPr>
        <p:spPr>
          <a:xfrm>
            <a:off x="6291563" y="5838461"/>
            <a:ext cx="3561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offset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699222-F7EA-3F68-6024-0B2E00B71031}"/>
              </a:ext>
            </a:extLst>
          </p:cNvPr>
          <p:cNvSpPr txBox="1"/>
          <p:nvPr/>
        </p:nvSpPr>
        <p:spPr>
          <a:xfrm>
            <a:off x="2061020" y="2162511"/>
            <a:ext cx="8576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0,</a:t>
            </a:r>
            <a:r>
              <a:rPr lang="en-US" dirty="0"/>
              <a:t> y</a:t>
            </a:r>
            <a:r>
              <a:rPr lang="en-US" baseline="-25000" dirty="0"/>
              <a:t>0      </a:t>
            </a:r>
            <a:r>
              <a:rPr lang="en-US" dirty="0"/>
              <a:t>Sensor Center</a:t>
            </a:r>
          </a:p>
          <a:p>
            <a:r>
              <a:rPr lang="en-US" dirty="0"/>
              <a:t>c          Positive or negative curvature inverse radius. Smaller = flatter</a:t>
            </a:r>
          </a:p>
          <a:p>
            <a:r>
              <a:rPr lang="el-GR" sz="1800" dirty="0"/>
              <a:t>Θ</a:t>
            </a:r>
            <a:r>
              <a:rPr lang="en-US" sz="1800" dirty="0"/>
              <a:t>, </a:t>
            </a:r>
            <a:r>
              <a:rPr lang="el-GR" sz="1800" dirty="0"/>
              <a:t>Φ</a:t>
            </a:r>
            <a:r>
              <a:rPr lang="en-US" sz="1800" dirty="0"/>
              <a:t>    Tilt plane rotation, amount (radians). </a:t>
            </a:r>
            <a:r>
              <a:rPr lang="el-GR" sz="1800" dirty="0"/>
              <a:t>Θ </a:t>
            </a:r>
            <a:r>
              <a:rPr lang="en-US" sz="1800" dirty="0"/>
              <a:t>= 0 = no tilt</a:t>
            </a:r>
            <a:endParaRPr lang="el-GR" sz="1800" dirty="0">
              <a:latin typeface="MS Shell Dlg 2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31019C-7427-2BFA-E98B-0A6C4F31D387}"/>
              </a:ext>
            </a:extLst>
          </p:cNvPr>
          <p:cNvSpPr txBox="1"/>
          <p:nvPr/>
        </p:nvSpPr>
        <p:spPr>
          <a:xfrm>
            <a:off x="2061020" y="1669534"/>
            <a:ext cx="6549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Variables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442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86078B-AA13-1B06-3246-8B946CC44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02" y="136578"/>
            <a:ext cx="5467707" cy="6721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0A82AE-BA0C-3ACC-2DB2-B4426FCF4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780" y="907578"/>
            <a:ext cx="5540220" cy="54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497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826961-E492-C264-CCA5-48A15651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9677400" cy="1325563"/>
          </a:xfrm>
        </p:spPr>
        <p:txBody>
          <a:bodyPr/>
          <a:lstStyle/>
          <a:p>
            <a:r>
              <a:rPr lang="en-US" dirty="0"/>
              <a:t>Techniques Applied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2F65C-6C78-197C-25EA-239A2596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4A81-3CAD-201F-B8C7-D0E3473E65A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201613"/>
            <a:ext cx="2743200" cy="365125"/>
          </a:xfrm>
        </p:spPr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931C-F21D-71EA-ACB5-81E01B42DC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>
            <a:off x="-255525" y="2193863"/>
            <a:ext cx="3300289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D75D7C-C0FC-260D-769B-421425DD31F9}"/>
              </a:ext>
            </a:extLst>
          </p:cNvPr>
          <p:cNvSpPr txBox="1"/>
          <p:nvPr/>
        </p:nvSpPr>
        <p:spPr>
          <a:xfrm>
            <a:off x="2115127" y="1690688"/>
            <a:ext cx="8400473" cy="2347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Non-linear optimization - Levenberg-Marquardt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Implemented with </a:t>
            </a:r>
            <a:r>
              <a:rPr lang="en-US" sz="2000" dirty="0" err="1">
                <a:hlinkClick r:id="rId2"/>
              </a:rPr>
              <a:t>Alglib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Naïve star registration – Quad Trees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 RANSAC instead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Deal with outliers – Iterative reweighting (IRLS)</a:t>
            </a:r>
          </a:p>
        </p:txBody>
      </p:sp>
    </p:spTree>
    <p:extLst>
      <p:ext uri="{BB962C8B-B14F-4D97-AF65-F5344CB8AC3E}">
        <p14:creationId xmlns:p14="http://schemas.microsoft.com/office/powerpoint/2010/main" val="298495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spc="400" dirty="0">
                <a:solidFill>
                  <a:schemeClr val="bg1"/>
                </a:solidFill>
                <a:latin typeface="+mn-lt"/>
              </a:rPr>
              <a:t>Future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860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1681163"/>
            <a:ext cx="4549775" cy="823912"/>
          </a:xfrm>
        </p:spPr>
        <p:txBody>
          <a:bodyPr/>
          <a:lstStyle/>
          <a:p>
            <a:r>
              <a:rPr lang="en-US" dirty="0"/>
              <a:t>Autofocus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800" y="2505075"/>
            <a:ext cx="4549775" cy="3684588"/>
          </a:xfrm>
        </p:spPr>
        <p:txBody>
          <a:bodyPr>
            <a:normAutofit/>
          </a:bodyPr>
          <a:lstStyle/>
          <a:p>
            <a:r>
              <a:rPr lang="en-US" sz="2000" dirty="0"/>
              <a:t>Fourier transformation method</a:t>
            </a:r>
          </a:p>
          <a:p>
            <a:pPr lvl="1"/>
            <a:r>
              <a:rPr lang="en-US" dirty="0"/>
              <a:t>Credit: Cheng-Yan Tang</a:t>
            </a:r>
          </a:p>
          <a:p>
            <a:r>
              <a:rPr lang="en-US" dirty="0"/>
              <a:t>2-pass AF with FWHM and small step-size</a:t>
            </a:r>
          </a:p>
          <a:p>
            <a:r>
              <a:rPr lang="en-US" dirty="0"/>
              <a:t>Planetary AF in Fourier domain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47FB98-C049-45C5-86B4-4CF44B247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3206" y="1681163"/>
            <a:ext cx="4572182" cy="823912"/>
          </a:xfrm>
        </p:spPr>
        <p:txBody>
          <a:bodyPr/>
          <a:lstStyle/>
          <a:p>
            <a:r>
              <a:rPr lang="en-US" dirty="0"/>
              <a:t>Aberration Inspection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74CB9D-E60B-4C8A-B4E7-23BC1D9FA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3206" y="2505075"/>
            <a:ext cx="4572182" cy="3684588"/>
          </a:xfrm>
        </p:spPr>
        <p:txBody>
          <a:bodyPr>
            <a:normAutofit/>
          </a:bodyPr>
          <a:lstStyle/>
          <a:p>
            <a:r>
              <a:rPr lang="en-US" dirty="0"/>
              <a:t>Guidance for which screws to turn</a:t>
            </a:r>
            <a:endParaRPr lang="en-US" sz="2000" dirty="0"/>
          </a:p>
          <a:p>
            <a:pPr lvl="1"/>
            <a:r>
              <a:rPr lang="en-US" dirty="0"/>
              <a:t>Calculate tilt adjuster screw locations</a:t>
            </a:r>
          </a:p>
          <a:p>
            <a:pPr lvl="1"/>
            <a:r>
              <a:rPr lang="en-US" dirty="0"/>
              <a:t>Motorized tilt adjusters?</a:t>
            </a:r>
          </a:p>
          <a:p>
            <a:r>
              <a:rPr lang="en-US" sz="2000" dirty="0"/>
              <a:t>Evaluate interpolation instead of outlier rejection</a:t>
            </a:r>
          </a:p>
          <a:p>
            <a:pPr lvl="1"/>
            <a:r>
              <a:rPr lang="en-US" dirty="0" err="1"/>
              <a:t>Ie</a:t>
            </a:r>
            <a:r>
              <a:rPr lang="en-US" dirty="0"/>
              <a:t>, Kriging and RBF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76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692474E6-3035-46B8-9C05-9B4204E8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4/14/2023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DE8D546E-0F46-4CC0-B2B1-8B2430D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68865" y="1958754"/>
            <a:ext cx="2829372" cy="365125"/>
          </a:xfrm>
        </p:spPr>
        <p:txBody>
          <a:bodyPr/>
          <a:lstStyle/>
          <a:p>
            <a:r>
              <a:rPr lang="en-US" dirty="0"/>
              <a:t>Science of Star Measurement</a:t>
            </a:r>
          </a:p>
        </p:txBody>
      </p:sp>
      <p:pic>
        <p:nvPicPr>
          <p:cNvPr id="9" name="Picture Placeholder 8" descr="mountains at sunset">
            <a:extLst>
              <a:ext uri="{FF2B5EF4-FFF2-40B4-BE49-F238E27FC236}">
                <a16:creationId xmlns:a16="http://schemas.microsoft.com/office/drawing/2014/main" id="{C82DA925-978C-48A9-98AD-0653B7A3D2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41" b="41"/>
          <a:stretch/>
        </p:blipFill>
        <p:spPr/>
      </p:pic>
      <p:pic>
        <p:nvPicPr>
          <p:cNvPr id="11" name="Picture Placeholder 10" descr="mountains at sunset">
            <a:extLst>
              <a:ext uri="{FF2B5EF4-FFF2-40B4-BE49-F238E27FC236}">
                <a16:creationId xmlns:a16="http://schemas.microsoft.com/office/drawing/2014/main" id="{E63B7C3F-04A4-43F6-881D-FA11061CBA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t="347" b="347"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AF1107-8D35-4E35-93C7-D3640946F7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George Hilios</a:t>
            </a:r>
          </a:p>
          <a:p>
            <a:r>
              <a:rPr lang="en-US" dirty="0" err="1"/>
              <a:t>jokogeo</a:t>
            </a:r>
            <a:r>
              <a:rPr lang="en-US" dirty="0"/>
              <a:t> (Discord)</a:t>
            </a:r>
          </a:p>
          <a:p>
            <a:r>
              <a:rPr lang="en-US" dirty="0" err="1"/>
              <a:t>ghilios</a:t>
            </a:r>
            <a:r>
              <a:rPr lang="en-US" dirty="0"/>
              <a:t> (Cloudy Nights)</a:t>
            </a:r>
          </a:p>
          <a:p>
            <a:endParaRPr lang="en-US" dirty="0"/>
          </a:p>
        </p:txBody>
      </p:sp>
      <p:pic>
        <p:nvPicPr>
          <p:cNvPr id="15" name="Picture Placeholder 14" descr="mountains under near dusk sky">
            <a:extLst>
              <a:ext uri="{FF2B5EF4-FFF2-40B4-BE49-F238E27FC236}">
                <a16:creationId xmlns:a16="http://schemas.microsoft.com/office/drawing/2014/main" id="{3D15FDC1-74B5-4FD8-BD17-0E2502C411A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4"/>
          <a:srcRect l="16" r="16"/>
          <a:stretch/>
        </p:blipFill>
        <p:spPr/>
      </p:pic>
      <p:pic>
        <p:nvPicPr>
          <p:cNvPr id="13" name="Picture Placeholder 12" descr="mountains under the night sky just before dawn">
            <a:extLst>
              <a:ext uri="{FF2B5EF4-FFF2-40B4-BE49-F238E27FC236}">
                <a16:creationId xmlns:a16="http://schemas.microsoft.com/office/drawing/2014/main" id="{E02C4914-F076-4415-9C5D-A9BDB6CC611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/>
          <a:srcRect t="108" b="108"/>
          <a:stretch/>
        </p:blipFill>
        <p:spPr/>
      </p:pic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Univers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{B09C3DEA-1D42-4C23-8E26-2B1B66507B44}tf89338750_win32</Template>
  <TotalTime>9303</TotalTime>
  <Words>850</Words>
  <Application>Microsoft Office PowerPoint</Application>
  <PresentationFormat>Widescreen</PresentationFormat>
  <Paragraphs>244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MS Shell Dlg 2</vt:lpstr>
      <vt:lpstr>Univers</vt:lpstr>
      <vt:lpstr>GradientUnivers</vt:lpstr>
      <vt:lpstr>Hocus Focus</vt:lpstr>
      <vt:lpstr>Familiar Situation?</vt:lpstr>
      <vt:lpstr>Hocus Focus</vt:lpstr>
      <vt:lpstr>About Myself</vt:lpstr>
      <vt:lpstr>NINA Contributions</vt:lpstr>
      <vt:lpstr>Agenda</vt:lpstr>
      <vt:lpstr>Scientific Workbench</vt:lpstr>
      <vt:lpstr>PowerPoint Presentation</vt:lpstr>
      <vt:lpstr>Star Annotation</vt:lpstr>
      <vt:lpstr>Star Rejection</vt:lpstr>
      <vt:lpstr>Tunable Parameters</vt:lpstr>
      <vt:lpstr>Test and Iterate</vt:lpstr>
      <vt:lpstr>Autofocus Replay</vt:lpstr>
      <vt:lpstr>Development Debugging</vt:lpstr>
      <vt:lpstr>Measuring Stars</vt:lpstr>
      <vt:lpstr>Goals</vt:lpstr>
      <vt:lpstr>1 – Hotpixel Filtering</vt:lpstr>
      <vt:lpstr>2 – Noise Reduction</vt:lpstr>
      <vt:lpstr>3 – Structure Detection</vt:lpstr>
      <vt:lpstr>4 - Rejection</vt:lpstr>
      <vt:lpstr>5 – HFR Measurement</vt:lpstr>
      <vt:lpstr>6 – FWHM Measurement</vt:lpstr>
      <vt:lpstr>Autofocus</vt:lpstr>
      <vt:lpstr>Hyperbolic Fit</vt:lpstr>
      <vt:lpstr>Doesn’t fit?</vt:lpstr>
      <vt:lpstr>Improvements</vt:lpstr>
      <vt:lpstr>Options</vt:lpstr>
      <vt:lpstr>Aberration Inspection</vt:lpstr>
      <vt:lpstr>Background</vt:lpstr>
      <vt:lpstr>Corners Analysis</vt:lpstr>
      <vt:lpstr>Automated in NINA</vt:lpstr>
      <vt:lpstr>Sensor Model</vt:lpstr>
      <vt:lpstr>Mathematical Model</vt:lpstr>
      <vt:lpstr>PowerPoint Presentation</vt:lpstr>
      <vt:lpstr>Techniques Applied</vt:lpstr>
      <vt:lpstr>Future Work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Hocus Focus</dc:title>
  <dc:creator>George Hilios</dc:creator>
  <cp:lastModifiedBy>George Hilios</cp:lastModifiedBy>
  <cp:revision>1</cp:revision>
  <dcterms:created xsi:type="dcterms:W3CDTF">2023-04-07T13:27:22Z</dcterms:created>
  <dcterms:modified xsi:type="dcterms:W3CDTF">2023-04-14T14:34:09Z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